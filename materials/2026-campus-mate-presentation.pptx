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68405" y="5959125"/>
            <a:ext cx="6552565" cy="931544"/>
          </a:xfrm>
          <a:custGeom>
            <a:avLst/>
            <a:gdLst/>
            <a:ahLst/>
            <a:cxnLst/>
            <a:rect l="l" t="t" r="r" b="b"/>
            <a:pathLst>
              <a:path w="6552565" h="931545">
                <a:moveTo>
                  <a:pt x="6552457" y="14425"/>
                </a:moveTo>
                <a:lnTo>
                  <a:pt x="6551359" y="512908"/>
                </a:lnTo>
                <a:lnTo>
                  <a:pt x="3546171" y="506291"/>
                </a:lnTo>
                <a:lnTo>
                  <a:pt x="3274920" y="931135"/>
                </a:lnTo>
                <a:lnTo>
                  <a:pt x="3004117" y="505097"/>
                </a:lnTo>
                <a:lnTo>
                  <a:pt x="0" y="498482"/>
                </a:lnTo>
                <a:lnTo>
                  <a:pt x="1097" y="0"/>
                </a:lnTo>
                <a:lnTo>
                  <a:pt x="108081" y="235"/>
                </a:lnTo>
                <a:lnTo>
                  <a:pt x="107219" y="391733"/>
                </a:lnTo>
                <a:lnTo>
                  <a:pt x="3062838" y="398242"/>
                </a:lnTo>
                <a:lnTo>
                  <a:pt x="3275002" y="732145"/>
                </a:lnTo>
                <a:lnTo>
                  <a:pt x="3487565" y="399177"/>
                </a:lnTo>
                <a:lnTo>
                  <a:pt x="6444610" y="405688"/>
                </a:lnTo>
                <a:lnTo>
                  <a:pt x="6445473" y="14190"/>
                </a:lnTo>
                <a:lnTo>
                  <a:pt x="6552457" y="14425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97303" y="3504793"/>
            <a:ext cx="4293393" cy="2435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F2F2F"/>
                </a:solidFill>
                <a:latin typeface="Noto Serif KR"/>
                <a:cs typeface="Noto Serif KR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2F2F2F"/>
                </a:solidFill>
                <a:latin typeface="Noto Serif KR"/>
                <a:cs typeface="Noto Serif KR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F2F2F"/>
                </a:solidFill>
                <a:latin typeface="Noto Serif KR"/>
                <a:cs typeface="Noto Serif KR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2F2F2F"/>
                </a:solidFill>
                <a:latin typeface="Noto Serif KR"/>
                <a:cs typeface="Noto Serif KR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F2F2F"/>
                </a:solidFill>
                <a:latin typeface="Noto Serif KR"/>
                <a:cs typeface="Noto Serif KR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F2F2F"/>
                </a:solidFill>
                <a:latin typeface="Noto Serif KR"/>
                <a:cs typeface="Noto Serif KR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5015" y="373703"/>
            <a:ext cx="611441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F2F2F"/>
                </a:solidFill>
                <a:latin typeface="Noto Serif KR"/>
                <a:cs typeface="Noto Serif KR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4043" y="2569130"/>
            <a:ext cx="8265159" cy="5995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2F2F2F"/>
                </a:solidFill>
                <a:latin typeface="Noto Serif KR"/>
                <a:cs typeface="Noto Serif KR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52704" rIns="0" bIns="0" rtlCol="0" vert="horz">
            <a:spAutoFit/>
          </a:bodyPr>
          <a:lstStyle/>
          <a:p>
            <a:pPr marL="804545" marR="5080" indent="-792480">
              <a:lnSpc>
                <a:spcPts val="9380"/>
              </a:lnSpc>
              <a:spcBef>
                <a:spcPts val="414"/>
              </a:spcBef>
            </a:pPr>
            <a:r>
              <a:rPr dirty="0" spc="245"/>
              <a:t>Campus </a:t>
            </a:r>
            <a:r>
              <a:rPr dirty="0" spc="335"/>
              <a:t>Mate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709592" y="2809834"/>
            <a:ext cx="686879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14">
                <a:solidFill>
                  <a:srgbClr val="2F2F2F"/>
                </a:solidFill>
                <a:latin typeface="나눔고딕"/>
                <a:cs typeface="나눔고딕"/>
              </a:rPr>
              <a:t>대학생</a:t>
            </a:r>
            <a:r>
              <a:rPr dirty="0" sz="34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400" spc="-114">
                <a:solidFill>
                  <a:srgbClr val="2F2F2F"/>
                </a:solidFill>
                <a:latin typeface="나눔고딕"/>
                <a:cs typeface="나눔고딕"/>
              </a:rPr>
              <a:t>공모전</a:t>
            </a:r>
            <a:r>
              <a:rPr dirty="0" sz="34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400" spc="-60">
                <a:solidFill>
                  <a:srgbClr val="2F2F2F"/>
                </a:solidFill>
                <a:latin typeface="나눔고딕"/>
                <a:cs typeface="나눔고딕"/>
              </a:rPr>
              <a:t>일정</a:t>
            </a:r>
            <a:r>
              <a:rPr dirty="0" sz="3400" spc="-17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400" spc="-60">
                <a:solidFill>
                  <a:srgbClr val="2F2F2F"/>
                </a:solidFill>
                <a:latin typeface="나눔고딕"/>
                <a:cs typeface="나눔고딕"/>
              </a:rPr>
              <a:t>자동</a:t>
            </a:r>
            <a:r>
              <a:rPr dirty="0" sz="3400" spc="-18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400" spc="-60">
                <a:solidFill>
                  <a:srgbClr val="2F2F2F"/>
                </a:solidFill>
                <a:latin typeface="나눔고딕"/>
                <a:cs typeface="나눔고딕"/>
              </a:rPr>
              <a:t>관리</a:t>
            </a:r>
            <a:r>
              <a:rPr dirty="0" sz="3400" spc="-15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400" spc="-45">
                <a:solidFill>
                  <a:srgbClr val="2F2F2F"/>
                </a:solidFill>
                <a:latin typeface="나눔고딕"/>
                <a:cs typeface="나눔고딕"/>
              </a:rPr>
              <a:t>에이전트</a:t>
            </a:r>
            <a:endParaRPr sz="3400">
              <a:latin typeface="나눔고딕"/>
              <a:cs typeface="나눔고딕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61851" y="7483640"/>
            <a:ext cx="55645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100">
                <a:solidFill>
                  <a:srgbClr val="2F2F2F"/>
                </a:solidFill>
                <a:latin typeface="나눔고딕"/>
                <a:cs typeface="나눔고딕"/>
              </a:rPr>
              <a:t>LRS</a:t>
            </a:r>
            <a:r>
              <a:rPr dirty="0" sz="4800" spc="-1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4800" spc="-320">
                <a:solidFill>
                  <a:srgbClr val="2F2F2F"/>
                </a:solidFill>
                <a:latin typeface="나눔고딕"/>
                <a:cs typeface="나눔고딕"/>
              </a:rPr>
              <a:t>5</a:t>
            </a:r>
            <a:r>
              <a:rPr dirty="0" sz="4800" spc="-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4800" spc="-509">
                <a:solidFill>
                  <a:srgbClr val="2F2F2F"/>
                </a:solidFill>
                <a:latin typeface="나눔고딕"/>
                <a:cs typeface="나눔고딕"/>
              </a:rPr>
              <a:t>T</a:t>
            </a:r>
            <a:r>
              <a:rPr dirty="0" sz="4800" spc="-10">
                <a:solidFill>
                  <a:srgbClr val="2F2F2F"/>
                </a:solidFill>
                <a:latin typeface="나눔고딕"/>
                <a:cs typeface="나눔고딕"/>
              </a:rPr>
              <a:t>eam </a:t>
            </a:r>
            <a:r>
              <a:rPr dirty="0" sz="4800" spc="425">
                <a:solidFill>
                  <a:srgbClr val="2F2F2F"/>
                </a:solidFill>
                <a:latin typeface="나눔고딕"/>
                <a:cs typeface="나눔고딕"/>
              </a:rPr>
              <a:t>|</a:t>
            </a:r>
            <a:r>
              <a:rPr dirty="0" sz="4800" spc="-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4800" spc="-35">
                <a:solidFill>
                  <a:srgbClr val="2F2F2F"/>
                </a:solidFill>
                <a:latin typeface="나눔고딕"/>
                <a:cs typeface="나눔고딕"/>
              </a:rPr>
              <a:t>LEXUS</a:t>
            </a:r>
            <a:endParaRPr sz="4800">
              <a:latin typeface="나눔고딕"/>
              <a:cs typeface="나눔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333750"/>
            <a:ext cx="4286250" cy="5238750"/>
            <a:chOff x="0" y="3333750"/>
            <a:chExt cx="4286250" cy="5238750"/>
          </a:xfrm>
        </p:grpSpPr>
        <p:sp>
          <p:nvSpPr>
            <p:cNvPr id="3" name="object 3" descr=""/>
            <p:cNvSpPr/>
            <p:nvPr/>
          </p:nvSpPr>
          <p:spPr>
            <a:xfrm>
              <a:off x="0" y="3822699"/>
              <a:ext cx="4286250" cy="4749800"/>
            </a:xfrm>
            <a:custGeom>
              <a:avLst/>
              <a:gdLst/>
              <a:ahLst/>
              <a:cxnLst/>
              <a:rect l="l" t="t" r="r" b="b"/>
              <a:pathLst>
                <a:path w="4286250" h="4749800">
                  <a:moveTo>
                    <a:pt x="2192819" y="12699"/>
                  </a:moveTo>
                  <a:lnTo>
                    <a:pt x="1617180" y="12699"/>
                  </a:lnTo>
                  <a:lnTo>
                    <a:pt x="1664496" y="0"/>
                  </a:lnTo>
                  <a:lnTo>
                    <a:pt x="2145503" y="0"/>
                  </a:lnTo>
                  <a:lnTo>
                    <a:pt x="2192819" y="12699"/>
                  </a:lnTo>
                  <a:close/>
                </a:path>
                <a:path w="4286250" h="4749800">
                  <a:moveTo>
                    <a:pt x="2333032" y="38099"/>
                  </a:moveTo>
                  <a:lnTo>
                    <a:pt x="1476967" y="38099"/>
                  </a:lnTo>
                  <a:lnTo>
                    <a:pt x="1570147" y="12699"/>
                  </a:lnTo>
                  <a:lnTo>
                    <a:pt x="2239852" y="12699"/>
                  </a:lnTo>
                  <a:lnTo>
                    <a:pt x="2333032" y="38099"/>
                  </a:lnTo>
                  <a:close/>
                </a:path>
                <a:path w="4286250" h="4749800">
                  <a:moveTo>
                    <a:pt x="2379161" y="4711699"/>
                  </a:moveTo>
                  <a:lnTo>
                    <a:pt x="1430838" y="4711699"/>
                  </a:lnTo>
                  <a:lnTo>
                    <a:pt x="1074104" y="4610099"/>
                  </a:lnTo>
                  <a:lnTo>
                    <a:pt x="1031188" y="4584699"/>
                  </a:lnTo>
                  <a:lnTo>
                    <a:pt x="946572" y="4559299"/>
                  </a:lnTo>
                  <a:lnTo>
                    <a:pt x="904892" y="4533899"/>
                  </a:lnTo>
                  <a:lnTo>
                    <a:pt x="863643" y="4521199"/>
                  </a:lnTo>
                  <a:lnTo>
                    <a:pt x="782473" y="4470399"/>
                  </a:lnTo>
                  <a:lnTo>
                    <a:pt x="742571" y="4457699"/>
                  </a:lnTo>
                  <a:lnTo>
                    <a:pt x="664179" y="4406899"/>
                  </a:lnTo>
                  <a:lnTo>
                    <a:pt x="587732" y="4356099"/>
                  </a:lnTo>
                  <a:lnTo>
                    <a:pt x="513302" y="4305299"/>
                  </a:lnTo>
                  <a:lnTo>
                    <a:pt x="476866" y="4279899"/>
                  </a:lnTo>
                  <a:lnTo>
                    <a:pt x="440963" y="4254499"/>
                  </a:lnTo>
                  <a:lnTo>
                    <a:pt x="405602" y="4229099"/>
                  </a:lnTo>
                  <a:lnTo>
                    <a:pt x="370790" y="4190999"/>
                  </a:lnTo>
                  <a:lnTo>
                    <a:pt x="336539" y="4165599"/>
                  </a:lnTo>
                  <a:lnTo>
                    <a:pt x="302857" y="4140199"/>
                  </a:lnTo>
                  <a:lnTo>
                    <a:pt x="269753" y="4102099"/>
                  </a:lnTo>
                  <a:lnTo>
                    <a:pt x="237236" y="4076699"/>
                  </a:lnTo>
                  <a:lnTo>
                    <a:pt x="205317" y="4038599"/>
                  </a:lnTo>
                  <a:lnTo>
                    <a:pt x="174003" y="4013199"/>
                  </a:lnTo>
                  <a:lnTo>
                    <a:pt x="143304" y="3975099"/>
                  </a:lnTo>
                  <a:lnTo>
                    <a:pt x="113230" y="3949699"/>
                  </a:lnTo>
                  <a:lnTo>
                    <a:pt x="83790" y="3911599"/>
                  </a:lnTo>
                  <a:lnTo>
                    <a:pt x="54992" y="3873499"/>
                  </a:lnTo>
                  <a:lnTo>
                    <a:pt x="26846" y="3835399"/>
                  </a:lnTo>
                  <a:lnTo>
                    <a:pt x="0" y="3798183"/>
                  </a:lnTo>
                  <a:lnTo>
                    <a:pt x="0" y="951616"/>
                  </a:lnTo>
                  <a:lnTo>
                    <a:pt x="26846" y="914399"/>
                  </a:lnTo>
                  <a:lnTo>
                    <a:pt x="54992" y="876299"/>
                  </a:lnTo>
                  <a:lnTo>
                    <a:pt x="83790" y="838199"/>
                  </a:lnTo>
                  <a:lnTo>
                    <a:pt x="113230" y="800099"/>
                  </a:lnTo>
                  <a:lnTo>
                    <a:pt x="143304" y="774699"/>
                  </a:lnTo>
                  <a:lnTo>
                    <a:pt x="174003" y="736599"/>
                  </a:lnTo>
                  <a:lnTo>
                    <a:pt x="205317" y="711199"/>
                  </a:lnTo>
                  <a:lnTo>
                    <a:pt x="237236" y="673099"/>
                  </a:lnTo>
                  <a:lnTo>
                    <a:pt x="269753" y="647699"/>
                  </a:lnTo>
                  <a:lnTo>
                    <a:pt x="302857" y="609599"/>
                  </a:lnTo>
                  <a:lnTo>
                    <a:pt x="336539" y="584199"/>
                  </a:lnTo>
                  <a:lnTo>
                    <a:pt x="370790" y="558799"/>
                  </a:lnTo>
                  <a:lnTo>
                    <a:pt x="405602" y="520699"/>
                  </a:lnTo>
                  <a:lnTo>
                    <a:pt x="440963" y="495299"/>
                  </a:lnTo>
                  <a:lnTo>
                    <a:pt x="476866" y="469899"/>
                  </a:lnTo>
                  <a:lnTo>
                    <a:pt x="550260" y="419099"/>
                  </a:lnTo>
                  <a:lnTo>
                    <a:pt x="625708" y="368299"/>
                  </a:lnTo>
                  <a:lnTo>
                    <a:pt x="703137" y="317499"/>
                  </a:lnTo>
                  <a:lnTo>
                    <a:pt x="742571" y="292099"/>
                  </a:lnTo>
                  <a:lnTo>
                    <a:pt x="782473" y="279399"/>
                  </a:lnTo>
                  <a:lnTo>
                    <a:pt x="863643" y="228599"/>
                  </a:lnTo>
                  <a:lnTo>
                    <a:pt x="904892" y="215899"/>
                  </a:lnTo>
                  <a:lnTo>
                    <a:pt x="946572" y="190499"/>
                  </a:lnTo>
                  <a:lnTo>
                    <a:pt x="1031188" y="165099"/>
                  </a:lnTo>
                  <a:lnTo>
                    <a:pt x="1074104" y="139699"/>
                  </a:lnTo>
                  <a:lnTo>
                    <a:pt x="1430838" y="38099"/>
                  </a:lnTo>
                  <a:lnTo>
                    <a:pt x="2379161" y="38099"/>
                  </a:lnTo>
                  <a:lnTo>
                    <a:pt x="2735895" y="139699"/>
                  </a:lnTo>
                  <a:lnTo>
                    <a:pt x="2778811" y="165099"/>
                  </a:lnTo>
                  <a:lnTo>
                    <a:pt x="2863427" y="190499"/>
                  </a:lnTo>
                  <a:lnTo>
                    <a:pt x="2905107" y="215899"/>
                  </a:lnTo>
                  <a:lnTo>
                    <a:pt x="2946356" y="228599"/>
                  </a:lnTo>
                  <a:lnTo>
                    <a:pt x="3027526" y="279399"/>
                  </a:lnTo>
                  <a:lnTo>
                    <a:pt x="3067428" y="292099"/>
                  </a:lnTo>
                  <a:lnTo>
                    <a:pt x="3106862" y="317499"/>
                  </a:lnTo>
                  <a:lnTo>
                    <a:pt x="3184291" y="368299"/>
                  </a:lnTo>
                  <a:lnTo>
                    <a:pt x="3259739" y="419099"/>
                  </a:lnTo>
                  <a:lnTo>
                    <a:pt x="3333133" y="469899"/>
                  </a:lnTo>
                  <a:lnTo>
                    <a:pt x="3369036" y="495299"/>
                  </a:lnTo>
                  <a:lnTo>
                    <a:pt x="3404397" y="520699"/>
                  </a:lnTo>
                  <a:lnTo>
                    <a:pt x="3439209" y="558799"/>
                  </a:lnTo>
                  <a:lnTo>
                    <a:pt x="3473460" y="584199"/>
                  </a:lnTo>
                  <a:lnTo>
                    <a:pt x="3507142" y="609599"/>
                  </a:lnTo>
                  <a:lnTo>
                    <a:pt x="3540246" y="647699"/>
                  </a:lnTo>
                  <a:lnTo>
                    <a:pt x="3572762" y="673099"/>
                  </a:lnTo>
                  <a:lnTo>
                    <a:pt x="3604682" y="711199"/>
                  </a:lnTo>
                  <a:lnTo>
                    <a:pt x="3635996" y="736599"/>
                  </a:lnTo>
                  <a:lnTo>
                    <a:pt x="3666695" y="774699"/>
                  </a:lnTo>
                  <a:lnTo>
                    <a:pt x="3696769" y="800099"/>
                  </a:lnTo>
                  <a:lnTo>
                    <a:pt x="3726209" y="838199"/>
                  </a:lnTo>
                  <a:lnTo>
                    <a:pt x="3755007" y="876299"/>
                  </a:lnTo>
                  <a:lnTo>
                    <a:pt x="3783153" y="914399"/>
                  </a:lnTo>
                  <a:lnTo>
                    <a:pt x="3810637" y="952499"/>
                  </a:lnTo>
                  <a:lnTo>
                    <a:pt x="3837451" y="977899"/>
                  </a:lnTo>
                  <a:lnTo>
                    <a:pt x="3863585" y="1015999"/>
                  </a:lnTo>
                  <a:lnTo>
                    <a:pt x="3889030" y="1054099"/>
                  </a:lnTo>
                  <a:lnTo>
                    <a:pt x="3913777" y="1092199"/>
                  </a:lnTo>
                  <a:lnTo>
                    <a:pt x="3937816" y="1130299"/>
                  </a:lnTo>
                  <a:lnTo>
                    <a:pt x="3961139" y="1168399"/>
                  </a:lnTo>
                  <a:lnTo>
                    <a:pt x="3983736" y="1206499"/>
                  </a:lnTo>
                  <a:lnTo>
                    <a:pt x="4005598" y="1257299"/>
                  </a:lnTo>
                  <a:lnTo>
                    <a:pt x="4026715" y="1295399"/>
                  </a:lnTo>
                  <a:lnTo>
                    <a:pt x="4047079" y="1333499"/>
                  </a:lnTo>
                  <a:lnTo>
                    <a:pt x="4066680" y="1371599"/>
                  </a:lnTo>
                  <a:lnTo>
                    <a:pt x="4085509" y="1422399"/>
                  </a:lnTo>
                  <a:lnTo>
                    <a:pt x="4103557" y="1460499"/>
                  </a:lnTo>
                  <a:lnTo>
                    <a:pt x="4120815" y="1498599"/>
                  </a:lnTo>
                  <a:lnTo>
                    <a:pt x="4137272" y="1549399"/>
                  </a:lnTo>
                  <a:lnTo>
                    <a:pt x="4152921" y="1587499"/>
                  </a:lnTo>
                  <a:lnTo>
                    <a:pt x="4167752" y="1625599"/>
                  </a:lnTo>
                  <a:lnTo>
                    <a:pt x="4181755" y="1676399"/>
                  </a:lnTo>
                  <a:lnTo>
                    <a:pt x="4194922" y="1714499"/>
                  </a:lnTo>
                  <a:lnTo>
                    <a:pt x="4207243" y="1765299"/>
                  </a:lnTo>
                  <a:lnTo>
                    <a:pt x="4218709" y="1803399"/>
                  </a:lnTo>
                  <a:lnTo>
                    <a:pt x="4229311" y="1854199"/>
                  </a:lnTo>
                  <a:lnTo>
                    <a:pt x="4239039" y="1904999"/>
                  </a:lnTo>
                  <a:lnTo>
                    <a:pt x="4247884" y="1943099"/>
                  </a:lnTo>
                  <a:lnTo>
                    <a:pt x="4255838" y="1993899"/>
                  </a:lnTo>
                  <a:lnTo>
                    <a:pt x="4262890" y="2044699"/>
                  </a:lnTo>
                  <a:lnTo>
                    <a:pt x="4269032" y="2082799"/>
                  </a:lnTo>
                  <a:lnTo>
                    <a:pt x="4274255" y="2133599"/>
                  </a:lnTo>
                  <a:lnTo>
                    <a:pt x="4278548" y="2184399"/>
                  </a:lnTo>
                  <a:lnTo>
                    <a:pt x="4281904" y="2235199"/>
                  </a:lnTo>
                  <a:lnTo>
                    <a:pt x="4284312" y="2273299"/>
                  </a:lnTo>
                  <a:lnTo>
                    <a:pt x="4285763" y="2324099"/>
                  </a:lnTo>
                  <a:lnTo>
                    <a:pt x="4286249" y="2374894"/>
                  </a:lnTo>
                  <a:lnTo>
                    <a:pt x="4285763" y="2425699"/>
                  </a:lnTo>
                  <a:lnTo>
                    <a:pt x="4284312" y="2476499"/>
                  </a:lnTo>
                  <a:lnTo>
                    <a:pt x="4281904" y="2514599"/>
                  </a:lnTo>
                  <a:lnTo>
                    <a:pt x="4278548" y="2565399"/>
                  </a:lnTo>
                  <a:lnTo>
                    <a:pt x="4274255" y="2616199"/>
                  </a:lnTo>
                  <a:lnTo>
                    <a:pt x="4269032" y="2666999"/>
                  </a:lnTo>
                  <a:lnTo>
                    <a:pt x="4262890" y="2705099"/>
                  </a:lnTo>
                  <a:lnTo>
                    <a:pt x="4255838" y="2755899"/>
                  </a:lnTo>
                  <a:lnTo>
                    <a:pt x="4247884" y="2806699"/>
                  </a:lnTo>
                  <a:lnTo>
                    <a:pt x="4239039" y="2844799"/>
                  </a:lnTo>
                  <a:lnTo>
                    <a:pt x="4229311" y="2895599"/>
                  </a:lnTo>
                  <a:lnTo>
                    <a:pt x="4218709" y="2946399"/>
                  </a:lnTo>
                  <a:lnTo>
                    <a:pt x="4207243" y="2984499"/>
                  </a:lnTo>
                  <a:lnTo>
                    <a:pt x="4194922" y="3035299"/>
                  </a:lnTo>
                  <a:lnTo>
                    <a:pt x="4181755" y="3073399"/>
                  </a:lnTo>
                  <a:lnTo>
                    <a:pt x="4167752" y="3124199"/>
                  </a:lnTo>
                  <a:lnTo>
                    <a:pt x="4152921" y="3162299"/>
                  </a:lnTo>
                  <a:lnTo>
                    <a:pt x="4137272" y="3200399"/>
                  </a:lnTo>
                  <a:lnTo>
                    <a:pt x="4120815" y="3251199"/>
                  </a:lnTo>
                  <a:lnTo>
                    <a:pt x="4103557" y="3289299"/>
                  </a:lnTo>
                  <a:lnTo>
                    <a:pt x="4085509" y="3327399"/>
                  </a:lnTo>
                  <a:lnTo>
                    <a:pt x="4066680" y="3378199"/>
                  </a:lnTo>
                  <a:lnTo>
                    <a:pt x="4047079" y="3416299"/>
                  </a:lnTo>
                  <a:lnTo>
                    <a:pt x="4026715" y="3454399"/>
                  </a:lnTo>
                  <a:lnTo>
                    <a:pt x="4005598" y="3492499"/>
                  </a:lnTo>
                  <a:lnTo>
                    <a:pt x="3983736" y="3543299"/>
                  </a:lnTo>
                  <a:lnTo>
                    <a:pt x="3961139" y="3581399"/>
                  </a:lnTo>
                  <a:lnTo>
                    <a:pt x="3937816" y="3619499"/>
                  </a:lnTo>
                  <a:lnTo>
                    <a:pt x="3913777" y="3657599"/>
                  </a:lnTo>
                  <a:lnTo>
                    <a:pt x="3889030" y="3695699"/>
                  </a:lnTo>
                  <a:lnTo>
                    <a:pt x="3863585" y="3733799"/>
                  </a:lnTo>
                  <a:lnTo>
                    <a:pt x="3837451" y="3771899"/>
                  </a:lnTo>
                  <a:lnTo>
                    <a:pt x="3810637" y="3797299"/>
                  </a:lnTo>
                  <a:lnTo>
                    <a:pt x="3783153" y="3835399"/>
                  </a:lnTo>
                  <a:lnTo>
                    <a:pt x="3755007" y="3873499"/>
                  </a:lnTo>
                  <a:lnTo>
                    <a:pt x="3726209" y="3911599"/>
                  </a:lnTo>
                  <a:lnTo>
                    <a:pt x="3696769" y="3949699"/>
                  </a:lnTo>
                  <a:lnTo>
                    <a:pt x="3666695" y="3975099"/>
                  </a:lnTo>
                  <a:lnTo>
                    <a:pt x="3635996" y="4013199"/>
                  </a:lnTo>
                  <a:lnTo>
                    <a:pt x="3604682" y="4038599"/>
                  </a:lnTo>
                  <a:lnTo>
                    <a:pt x="3572762" y="4076699"/>
                  </a:lnTo>
                  <a:lnTo>
                    <a:pt x="3540246" y="4102099"/>
                  </a:lnTo>
                  <a:lnTo>
                    <a:pt x="3507142" y="4140199"/>
                  </a:lnTo>
                  <a:lnTo>
                    <a:pt x="3473460" y="4165599"/>
                  </a:lnTo>
                  <a:lnTo>
                    <a:pt x="3439209" y="4190999"/>
                  </a:lnTo>
                  <a:lnTo>
                    <a:pt x="3404397" y="4229099"/>
                  </a:lnTo>
                  <a:lnTo>
                    <a:pt x="3369036" y="4254499"/>
                  </a:lnTo>
                  <a:lnTo>
                    <a:pt x="3333133" y="4279899"/>
                  </a:lnTo>
                  <a:lnTo>
                    <a:pt x="3296697" y="4305299"/>
                  </a:lnTo>
                  <a:lnTo>
                    <a:pt x="3222267" y="4356099"/>
                  </a:lnTo>
                  <a:lnTo>
                    <a:pt x="3145820" y="4406899"/>
                  </a:lnTo>
                  <a:lnTo>
                    <a:pt x="3067428" y="4457699"/>
                  </a:lnTo>
                  <a:lnTo>
                    <a:pt x="3027526" y="4470399"/>
                  </a:lnTo>
                  <a:lnTo>
                    <a:pt x="2946356" y="4521199"/>
                  </a:lnTo>
                  <a:lnTo>
                    <a:pt x="2905107" y="4533899"/>
                  </a:lnTo>
                  <a:lnTo>
                    <a:pt x="2863427" y="4559299"/>
                  </a:lnTo>
                  <a:lnTo>
                    <a:pt x="2778811" y="4584699"/>
                  </a:lnTo>
                  <a:lnTo>
                    <a:pt x="2735895" y="4610099"/>
                  </a:lnTo>
                  <a:lnTo>
                    <a:pt x="2379161" y="4711699"/>
                  </a:lnTo>
                  <a:close/>
                </a:path>
                <a:path w="4286250" h="4749800">
                  <a:moveTo>
                    <a:pt x="2239852" y="4737099"/>
                  </a:moveTo>
                  <a:lnTo>
                    <a:pt x="1570147" y="4737099"/>
                  </a:lnTo>
                  <a:lnTo>
                    <a:pt x="1476967" y="4711699"/>
                  </a:lnTo>
                  <a:lnTo>
                    <a:pt x="2333032" y="4711699"/>
                  </a:lnTo>
                  <a:lnTo>
                    <a:pt x="2239852" y="4737099"/>
                  </a:lnTo>
                  <a:close/>
                </a:path>
                <a:path w="4286250" h="4749800">
                  <a:moveTo>
                    <a:pt x="2145503" y="4749799"/>
                  </a:moveTo>
                  <a:lnTo>
                    <a:pt x="1664496" y="4749799"/>
                  </a:lnTo>
                  <a:lnTo>
                    <a:pt x="1617180" y="4737099"/>
                  </a:lnTo>
                  <a:lnTo>
                    <a:pt x="2192819" y="4737099"/>
                  </a:lnTo>
                  <a:lnTo>
                    <a:pt x="2145503" y="4749799"/>
                  </a:lnTo>
                  <a:close/>
                </a:path>
              </a:pathLst>
            </a:custGeom>
            <a:solidFill>
              <a:srgbClr val="F0F4F7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99" y="523875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1333499" y="2666999"/>
                  </a:moveTo>
                  <a:lnTo>
                    <a:pt x="1285671" y="2666158"/>
                  </a:lnTo>
                  <a:lnTo>
                    <a:pt x="1238266" y="2663651"/>
                  </a:lnTo>
                  <a:lnTo>
                    <a:pt x="1191313" y="2659508"/>
                  </a:lnTo>
                  <a:lnTo>
                    <a:pt x="1144840" y="2653757"/>
                  </a:lnTo>
                  <a:lnTo>
                    <a:pt x="1098876" y="2646426"/>
                  </a:lnTo>
                  <a:lnTo>
                    <a:pt x="1053447" y="2637543"/>
                  </a:lnTo>
                  <a:lnTo>
                    <a:pt x="1008584" y="2627136"/>
                  </a:lnTo>
                  <a:lnTo>
                    <a:pt x="964313" y="2615234"/>
                  </a:lnTo>
                  <a:lnTo>
                    <a:pt x="920663" y="2601864"/>
                  </a:lnTo>
                  <a:lnTo>
                    <a:pt x="877663" y="2587056"/>
                  </a:lnTo>
                  <a:lnTo>
                    <a:pt x="835340" y="2570836"/>
                  </a:lnTo>
                  <a:lnTo>
                    <a:pt x="793722" y="2553234"/>
                  </a:lnTo>
                  <a:lnTo>
                    <a:pt x="752839" y="2534278"/>
                  </a:lnTo>
                  <a:lnTo>
                    <a:pt x="712717" y="2513995"/>
                  </a:lnTo>
                  <a:lnTo>
                    <a:pt x="673386" y="2492415"/>
                  </a:lnTo>
                  <a:lnTo>
                    <a:pt x="634874" y="2469564"/>
                  </a:lnTo>
                  <a:lnTo>
                    <a:pt x="597208" y="2445472"/>
                  </a:lnTo>
                  <a:lnTo>
                    <a:pt x="560417" y="2420167"/>
                  </a:lnTo>
                  <a:lnTo>
                    <a:pt x="524529" y="2393676"/>
                  </a:lnTo>
                  <a:lnTo>
                    <a:pt x="489572" y="2366029"/>
                  </a:lnTo>
                  <a:lnTo>
                    <a:pt x="455575" y="2337252"/>
                  </a:lnTo>
                  <a:lnTo>
                    <a:pt x="422566" y="2307375"/>
                  </a:lnTo>
                  <a:lnTo>
                    <a:pt x="390573" y="2276426"/>
                  </a:lnTo>
                  <a:lnTo>
                    <a:pt x="359623" y="2244433"/>
                  </a:lnTo>
                  <a:lnTo>
                    <a:pt x="329746" y="2211424"/>
                  </a:lnTo>
                  <a:lnTo>
                    <a:pt x="300970" y="2177427"/>
                  </a:lnTo>
                  <a:lnTo>
                    <a:pt x="273323" y="2142470"/>
                  </a:lnTo>
                  <a:lnTo>
                    <a:pt x="246832" y="2106582"/>
                  </a:lnTo>
                  <a:lnTo>
                    <a:pt x="221527" y="2069791"/>
                  </a:lnTo>
                  <a:lnTo>
                    <a:pt x="197435" y="2032125"/>
                  </a:lnTo>
                  <a:lnTo>
                    <a:pt x="174584" y="1993612"/>
                  </a:lnTo>
                  <a:lnTo>
                    <a:pt x="153004" y="1954281"/>
                  </a:lnTo>
                  <a:lnTo>
                    <a:pt x="132721" y="1914160"/>
                  </a:lnTo>
                  <a:lnTo>
                    <a:pt x="113765" y="1873276"/>
                  </a:lnTo>
                  <a:lnTo>
                    <a:pt x="96163" y="1831659"/>
                  </a:lnTo>
                  <a:lnTo>
                    <a:pt x="79943" y="1789336"/>
                  </a:lnTo>
                  <a:lnTo>
                    <a:pt x="65135" y="1746336"/>
                  </a:lnTo>
                  <a:lnTo>
                    <a:pt x="51765" y="1702686"/>
                  </a:lnTo>
                  <a:lnTo>
                    <a:pt x="39863" y="1658415"/>
                  </a:lnTo>
                  <a:lnTo>
                    <a:pt x="29456" y="1613551"/>
                  </a:lnTo>
                  <a:lnTo>
                    <a:pt x="20573" y="1568123"/>
                  </a:lnTo>
                  <a:lnTo>
                    <a:pt x="13242" y="1522158"/>
                  </a:lnTo>
                  <a:lnTo>
                    <a:pt x="7491" y="1475685"/>
                  </a:lnTo>
                  <a:lnTo>
                    <a:pt x="3348" y="1428733"/>
                  </a:lnTo>
                  <a:lnTo>
                    <a:pt x="841" y="1381328"/>
                  </a:lnTo>
                  <a:lnTo>
                    <a:pt x="0" y="1333498"/>
                  </a:lnTo>
                  <a:lnTo>
                    <a:pt x="841" y="1285671"/>
                  </a:lnTo>
                  <a:lnTo>
                    <a:pt x="3348" y="1238266"/>
                  </a:lnTo>
                  <a:lnTo>
                    <a:pt x="7491" y="1191313"/>
                  </a:lnTo>
                  <a:lnTo>
                    <a:pt x="13242" y="1144840"/>
                  </a:lnTo>
                  <a:lnTo>
                    <a:pt x="20573" y="1098876"/>
                  </a:lnTo>
                  <a:lnTo>
                    <a:pt x="29456" y="1053447"/>
                  </a:lnTo>
                  <a:lnTo>
                    <a:pt x="39863" y="1008584"/>
                  </a:lnTo>
                  <a:lnTo>
                    <a:pt x="51765" y="964313"/>
                  </a:lnTo>
                  <a:lnTo>
                    <a:pt x="65135" y="920663"/>
                  </a:lnTo>
                  <a:lnTo>
                    <a:pt x="79943" y="877663"/>
                  </a:lnTo>
                  <a:lnTo>
                    <a:pt x="96163" y="835340"/>
                  </a:lnTo>
                  <a:lnTo>
                    <a:pt x="113765" y="793722"/>
                  </a:lnTo>
                  <a:lnTo>
                    <a:pt x="132721" y="752839"/>
                  </a:lnTo>
                  <a:lnTo>
                    <a:pt x="153004" y="712717"/>
                  </a:lnTo>
                  <a:lnTo>
                    <a:pt x="174584" y="673386"/>
                  </a:lnTo>
                  <a:lnTo>
                    <a:pt x="197435" y="634874"/>
                  </a:lnTo>
                  <a:lnTo>
                    <a:pt x="221527" y="597208"/>
                  </a:lnTo>
                  <a:lnTo>
                    <a:pt x="246832" y="560417"/>
                  </a:lnTo>
                  <a:lnTo>
                    <a:pt x="273323" y="524529"/>
                  </a:lnTo>
                  <a:lnTo>
                    <a:pt x="300970" y="489572"/>
                  </a:lnTo>
                  <a:lnTo>
                    <a:pt x="329746" y="455575"/>
                  </a:lnTo>
                  <a:lnTo>
                    <a:pt x="359623" y="422566"/>
                  </a:lnTo>
                  <a:lnTo>
                    <a:pt x="390573" y="390573"/>
                  </a:lnTo>
                  <a:lnTo>
                    <a:pt x="422566" y="359623"/>
                  </a:lnTo>
                  <a:lnTo>
                    <a:pt x="455575" y="329746"/>
                  </a:lnTo>
                  <a:lnTo>
                    <a:pt x="489572" y="300970"/>
                  </a:lnTo>
                  <a:lnTo>
                    <a:pt x="524529" y="273323"/>
                  </a:lnTo>
                  <a:lnTo>
                    <a:pt x="560417" y="246832"/>
                  </a:lnTo>
                  <a:lnTo>
                    <a:pt x="597208" y="221527"/>
                  </a:lnTo>
                  <a:lnTo>
                    <a:pt x="634874" y="197435"/>
                  </a:lnTo>
                  <a:lnTo>
                    <a:pt x="673386" y="174584"/>
                  </a:lnTo>
                  <a:lnTo>
                    <a:pt x="712717" y="153004"/>
                  </a:lnTo>
                  <a:lnTo>
                    <a:pt x="752839" y="132721"/>
                  </a:lnTo>
                  <a:lnTo>
                    <a:pt x="793722" y="113765"/>
                  </a:lnTo>
                  <a:lnTo>
                    <a:pt x="835340" y="96163"/>
                  </a:lnTo>
                  <a:lnTo>
                    <a:pt x="877663" y="79943"/>
                  </a:lnTo>
                  <a:lnTo>
                    <a:pt x="920663" y="65135"/>
                  </a:lnTo>
                  <a:lnTo>
                    <a:pt x="964313" y="51765"/>
                  </a:lnTo>
                  <a:lnTo>
                    <a:pt x="1008584" y="39863"/>
                  </a:lnTo>
                  <a:lnTo>
                    <a:pt x="1053447" y="29456"/>
                  </a:lnTo>
                  <a:lnTo>
                    <a:pt x="1098876" y="20573"/>
                  </a:lnTo>
                  <a:lnTo>
                    <a:pt x="1144840" y="13242"/>
                  </a:lnTo>
                  <a:lnTo>
                    <a:pt x="1191313" y="7491"/>
                  </a:lnTo>
                  <a:lnTo>
                    <a:pt x="1238266" y="3348"/>
                  </a:lnTo>
                  <a:lnTo>
                    <a:pt x="1285671" y="841"/>
                  </a:lnTo>
                  <a:lnTo>
                    <a:pt x="1333497" y="0"/>
                  </a:lnTo>
                  <a:lnTo>
                    <a:pt x="1381328" y="841"/>
                  </a:lnTo>
                  <a:lnTo>
                    <a:pt x="1428733" y="3348"/>
                  </a:lnTo>
                  <a:lnTo>
                    <a:pt x="1475686" y="7491"/>
                  </a:lnTo>
                  <a:lnTo>
                    <a:pt x="1522158" y="13242"/>
                  </a:lnTo>
                  <a:lnTo>
                    <a:pt x="1568123" y="20573"/>
                  </a:lnTo>
                  <a:lnTo>
                    <a:pt x="1613551" y="29456"/>
                  </a:lnTo>
                  <a:lnTo>
                    <a:pt x="1658415" y="39863"/>
                  </a:lnTo>
                  <a:lnTo>
                    <a:pt x="1702686" y="51765"/>
                  </a:lnTo>
                  <a:lnTo>
                    <a:pt x="1746336" y="65135"/>
                  </a:lnTo>
                  <a:lnTo>
                    <a:pt x="1789336" y="79943"/>
                  </a:lnTo>
                  <a:lnTo>
                    <a:pt x="1831659" y="96163"/>
                  </a:lnTo>
                  <a:lnTo>
                    <a:pt x="1873277" y="113765"/>
                  </a:lnTo>
                  <a:lnTo>
                    <a:pt x="1914160" y="132721"/>
                  </a:lnTo>
                  <a:lnTo>
                    <a:pt x="1954281" y="153004"/>
                  </a:lnTo>
                  <a:lnTo>
                    <a:pt x="1993613" y="174584"/>
                  </a:lnTo>
                  <a:lnTo>
                    <a:pt x="2032125" y="197435"/>
                  </a:lnTo>
                  <a:lnTo>
                    <a:pt x="2069791" y="221527"/>
                  </a:lnTo>
                  <a:lnTo>
                    <a:pt x="2106582" y="246832"/>
                  </a:lnTo>
                  <a:lnTo>
                    <a:pt x="2142470" y="273323"/>
                  </a:lnTo>
                  <a:lnTo>
                    <a:pt x="2177427" y="300970"/>
                  </a:lnTo>
                  <a:lnTo>
                    <a:pt x="2211424" y="329746"/>
                  </a:lnTo>
                  <a:lnTo>
                    <a:pt x="2244433" y="359623"/>
                  </a:lnTo>
                  <a:lnTo>
                    <a:pt x="2276426" y="390573"/>
                  </a:lnTo>
                  <a:lnTo>
                    <a:pt x="2307376" y="422566"/>
                  </a:lnTo>
                  <a:lnTo>
                    <a:pt x="2337252" y="455575"/>
                  </a:lnTo>
                  <a:lnTo>
                    <a:pt x="2366029" y="489572"/>
                  </a:lnTo>
                  <a:lnTo>
                    <a:pt x="2393676" y="524529"/>
                  </a:lnTo>
                  <a:lnTo>
                    <a:pt x="2420167" y="560417"/>
                  </a:lnTo>
                  <a:lnTo>
                    <a:pt x="2445472" y="597208"/>
                  </a:lnTo>
                  <a:lnTo>
                    <a:pt x="2469564" y="634874"/>
                  </a:lnTo>
                  <a:lnTo>
                    <a:pt x="2492415" y="673386"/>
                  </a:lnTo>
                  <a:lnTo>
                    <a:pt x="2513995" y="712717"/>
                  </a:lnTo>
                  <a:lnTo>
                    <a:pt x="2534278" y="752839"/>
                  </a:lnTo>
                  <a:lnTo>
                    <a:pt x="2553234" y="793722"/>
                  </a:lnTo>
                  <a:lnTo>
                    <a:pt x="2570836" y="835340"/>
                  </a:lnTo>
                  <a:lnTo>
                    <a:pt x="2587056" y="877663"/>
                  </a:lnTo>
                  <a:lnTo>
                    <a:pt x="2601864" y="920663"/>
                  </a:lnTo>
                  <a:lnTo>
                    <a:pt x="2615234" y="964313"/>
                  </a:lnTo>
                  <a:lnTo>
                    <a:pt x="2627136" y="1008584"/>
                  </a:lnTo>
                  <a:lnTo>
                    <a:pt x="2637543" y="1053447"/>
                  </a:lnTo>
                  <a:lnTo>
                    <a:pt x="2646426" y="1098876"/>
                  </a:lnTo>
                  <a:lnTo>
                    <a:pt x="2653757" y="1144840"/>
                  </a:lnTo>
                  <a:lnTo>
                    <a:pt x="2659508" y="1191313"/>
                  </a:lnTo>
                  <a:lnTo>
                    <a:pt x="2663651" y="1238266"/>
                  </a:lnTo>
                  <a:lnTo>
                    <a:pt x="2666158" y="1285671"/>
                  </a:lnTo>
                  <a:lnTo>
                    <a:pt x="2666999" y="1333500"/>
                  </a:lnTo>
                  <a:lnTo>
                    <a:pt x="2666158" y="1381328"/>
                  </a:lnTo>
                  <a:lnTo>
                    <a:pt x="2663651" y="1428733"/>
                  </a:lnTo>
                  <a:lnTo>
                    <a:pt x="2659508" y="1475685"/>
                  </a:lnTo>
                  <a:lnTo>
                    <a:pt x="2653757" y="1522158"/>
                  </a:lnTo>
                  <a:lnTo>
                    <a:pt x="2646426" y="1568123"/>
                  </a:lnTo>
                  <a:lnTo>
                    <a:pt x="2637543" y="1613551"/>
                  </a:lnTo>
                  <a:lnTo>
                    <a:pt x="2627136" y="1658415"/>
                  </a:lnTo>
                  <a:lnTo>
                    <a:pt x="2615234" y="1702686"/>
                  </a:lnTo>
                  <a:lnTo>
                    <a:pt x="2601864" y="1746336"/>
                  </a:lnTo>
                  <a:lnTo>
                    <a:pt x="2587056" y="1789336"/>
                  </a:lnTo>
                  <a:lnTo>
                    <a:pt x="2570836" y="1831659"/>
                  </a:lnTo>
                  <a:lnTo>
                    <a:pt x="2553234" y="1873276"/>
                  </a:lnTo>
                  <a:lnTo>
                    <a:pt x="2534278" y="1914160"/>
                  </a:lnTo>
                  <a:lnTo>
                    <a:pt x="2513995" y="1954281"/>
                  </a:lnTo>
                  <a:lnTo>
                    <a:pt x="2492415" y="1993612"/>
                  </a:lnTo>
                  <a:lnTo>
                    <a:pt x="2469564" y="2032125"/>
                  </a:lnTo>
                  <a:lnTo>
                    <a:pt x="2445472" y="2069791"/>
                  </a:lnTo>
                  <a:lnTo>
                    <a:pt x="2420167" y="2106582"/>
                  </a:lnTo>
                  <a:lnTo>
                    <a:pt x="2393676" y="2142470"/>
                  </a:lnTo>
                  <a:lnTo>
                    <a:pt x="2366029" y="2177427"/>
                  </a:lnTo>
                  <a:lnTo>
                    <a:pt x="2337252" y="2211424"/>
                  </a:lnTo>
                  <a:lnTo>
                    <a:pt x="2307376" y="2244433"/>
                  </a:lnTo>
                  <a:lnTo>
                    <a:pt x="2276426" y="2276426"/>
                  </a:lnTo>
                  <a:lnTo>
                    <a:pt x="2244433" y="2307375"/>
                  </a:lnTo>
                  <a:lnTo>
                    <a:pt x="2211424" y="2337252"/>
                  </a:lnTo>
                  <a:lnTo>
                    <a:pt x="2177427" y="2366029"/>
                  </a:lnTo>
                  <a:lnTo>
                    <a:pt x="2142470" y="2393676"/>
                  </a:lnTo>
                  <a:lnTo>
                    <a:pt x="2106582" y="2420167"/>
                  </a:lnTo>
                  <a:lnTo>
                    <a:pt x="2069791" y="2445472"/>
                  </a:lnTo>
                  <a:lnTo>
                    <a:pt x="2032125" y="2469564"/>
                  </a:lnTo>
                  <a:lnTo>
                    <a:pt x="1993613" y="2492415"/>
                  </a:lnTo>
                  <a:lnTo>
                    <a:pt x="1954281" y="2513995"/>
                  </a:lnTo>
                  <a:lnTo>
                    <a:pt x="1914160" y="2534278"/>
                  </a:lnTo>
                  <a:lnTo>
                    <a:pt x="1873277" y="2553234"/>
                  </a:lnTo>
                  <a:lnTo>
                    <a:pt x="1831659" y="2570836"/>
                  </a:lnTo>
                  <a:lnTo>
                    <a:pt x="1789336" y="2587056"/>
                  </a:lnTo>
                  <a:lnTo>
                    <a:pt x="1746336" y="2601864"/>
                  </a:lnTo>
                  <a:lnTo>
                    <a:pt x="1702686" y="2615234"/>
                  </a:lnTo>
                  <a:lnTo>
                    <a:pt x="1658415" y="2627136"/>
                  </a:lnTo>
                  <a:lnTo>
                    <a:pt x="1613551" y="2637543"/>
                  </a:lnTo>
                  <a:lnTo>
                    <a:pt x="1568123" y="2646426"/>
                  </a:lnTo>
                  <a:lnTo>
                    <a:pt x="1522158" y="2653757"/>
                  </a:lnTo>
                  <a:lnTo>
                    <a:pt x="1475686" y="2659508"/>
                  </a:lnTo>
                  <a:lnTo>
                    <a:pt x="1428733" y="2663651"/>
                  </a:lnTo>
                  <a:lnTo>
                    <a:pt x="1381328" y="2666158"/>
                  </a:lnTo>
                  <a:lnTo>
                    <a:pt x="1333499" y="2666999"/>
                  </a:lnTo>
                  <a:close/>
                </a:path>
              </a:pathLst>
            </a:custGeom>
            <a:solidFill>
              <a:srgbClr val="E7ECF1">
                <a:alpha val="3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61999" y="3333750"/>
              <a:ext cx="0" cy="4762500"/>
            </a:xfrm>
            <a:custGeom>
              <a:avLst/>
              <a:gdLst/>
              <a:ahLst/>
              <a:cxnLst/>
              <a:rect l="l" t="t" r="r" b="b"/>
              <a:pathLst>
                <a:path w="0" h="4762500">
                  <a:moveTo>
                    <a:pt x="0" y="0"/>
                  </a:moveTo>
                  <a:lnTo>
                    <a:pt x="0" y="4762499"/>
                  </a:lnTo>
                </a:path>
              </a:pathLst>
            </a:custGeom>
            <a:ln w="9524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6667500" y="8096250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714378" y="1428749"/>
                </a:moveTo>
                <a:lnTo>
                  <a:pt x="665464" y="1427101"/>
                </a:lnTo>
                <a:lnTo>
                  <a:pt x="617438" y="1422228"/>
                </a:lnTo>
                <a:lnTo>
                  <a:pt x="570403" y="1414236"/>
                </a:lnTo>
                <a:lnTo>
                  <a:pt x="524465" y="1403231"/>
                </a:lnTo>
                <a:lnTo>
                  <a:pt x="479731" y="1389321"/>
                </a:lnTo>
                <a:lnTo>
                  <a:pt x="436307" y="1372610"/>
                </a:lnTo>
                <a:lnTo>
                  <a:pt x="394300" y="1353207"/>
                </a:lnTo>
                <a:lnTo>
                  <a:pt x="353816" y="1331216"/>
                </a:lnTo>
                <a:lnTo>
                  <a:pt x="314961" y="1306745"/>
                </a:lnTo>
                <a:lnTo>
                  <a:pt x="277841" y="1279900"/>
                </a:lnTo>
                <a:lnTo>
                  <a:pt x="242564" y="1250788"/>
                </a:lnTo>
                <a:lnTo>
                  <a:pt x="209235" y="1219514"/>
                </a:lnTo>
                <a:lnTo>
                  <a:pt x="177961" y="1186185"/>
                </a:lnTo>
                <a:lnTo>
                  <a:pt x="148848" y="1150908"/>
                </a:lnTo>
                <a:lnTo>
                  <a:pt x="122003" y="1113788"/>
                </a:lnTo>
                <a:lnTo>
                  <a:pt x="97532" y="1074933"/>
                </a:lnTo>
                <a:lnTo>
                  <a:pt x="75542" y="1034449"/>
                </a:lnTo>
                <a:lnTo>
                  <a:pt x="56138" y="992441"/>
                </a:lnTo>
                <a:lnTo>
                  <a:pt x="39428" y="949018"/>
                </a:lnTo>
                <a:lnTo>
                  <a:pt x="25518" y="904284"/>
                </a:lnTo>
                <a:lnTo>
                  <a:pt x="14513" y="858346"/>
                </a:lnTo>
                <a:lnTo>
                  <a:pt x="6521" y="811311"/>
                </a:lnTo>
                <a:lnTo>
                  <a:pt x="1647" y="763285"/>
                </a:lnTo>
                <a:lnTo>
                  <a:pt x="0" y="714370"/>
                </a:lnTo>
                <a:lnTo>
                  <a:pt x="1647" y="665464"/>
                </a:lnTo>
                <a:lnTo>
                  <a:pt x="6521" y="617438"/>
                </a:lnTo>
                <a:lnTo>
                  <a:pt x="14513" y="570403"/>
                </a:lnTo>
                <a:lnTo>
                  <a:pt x="25518" y="524465"/>
                </a:lnTo>
                <a:lnTo>
                  <a:pt x="39428" y="479731"/>
                </a:lnTo>
                <a:lnTo>
                  <a:pt x="56138" y="436307"/>
                </a:lnTo>
                <a:lnTo>
                  <a:pt x="75542" y="394300"/>
                </a:lnTo>
                <a:lnTo>
                  <a:pt x="97532" y="353816"/>
                </a:lnTo>
                <a:lnTo>
                  <a:pt x="122003" y="314961"/>
                </a:lnTo>
                <a:lnTo>
                  <a:pt x="148848" y="277841"/>
                </a:lnTo>
                <a:lnTo>
                  <a:pt x="177961" y="242564"/>
                </a:lnTo>
                <a:lnTo>
                  <a:pt x="209235" y="209235"/>
                </a:lnTo>
                <a:lnTo>
                  <a:pt x="242564" y="177961"/>
                </a:lnTo>
                <a:lnTo>
                  <a:pt x="277841" y="148848"/>
                </a:lnTo>
                <a:lnTo>
                  <a:pt x="314961" y="122004"/>
                </a:lnTo>
                <a:lnTo>
                  <a:pt x="353816" y="97533"/>
                </a:lnTo>
                <a:lnTo>
                  <a:pt x="394300" y="75542"/>
                </a:lnTo>
                <a:lnTo>
                  <a:pt x="436307" y="56139"/>
                </a:lnTo>
                <a:lnTo>
                  <a:pt x="479731" y="39428"/>
                </a:lnTo>
                <a:lnTo>
                  <a:pt x="524465" y="25518"/>
                </a:lnTo>
                <a:lnTo>
                  <a:pt x="570403" y="14513"/>
                </a:lnTo>
                <a:lnTo>
                  <a:pt x="617438" y="6521"/>
                </a:lnTo>
                <a:lnTo>
                  <a:pt x="665464" y="1648"/>
                </a:lnTo>
                <a:lnTo>
                  <a:pt x="714374" y="0"/>
                </a:lnTo>
                <a:lnTo>
                  <a:pt x="763285" y="1648"/>
                </a:lnTo>
                <a:lnTo>
                  <a:pt x="811311" y="6521"/>
                </a:lnTo>
                <a:lnTo>
                  <a:pt x="858346" y="14513"/>
                </a:lnTo>
                <a:lnTo>
                  <a:pt x="904284" y="25518"/>
                </a:lnTo>
                <a:lnTo>
                  <a:pt x="949017" y="39428"/>
                </a:lnTo>
                <a:lnTo>
                  <a:pt x="992441" y="56139"/>
                </a:lnTo>
                <a:lnTo>
                  <a:pt x="1034449" y="75542"/>
                </a:lnTo>
                <a:lnTo>
                  <a:pt x="1074933" y="97533"/>
                </a:lnTo>
                <a:lnTo>
                  <a:pt x="1113788" y="122004"/>
                </a:lnTo>
                <a:lnTo>
                  <a:pt x="1150908" y="148848"/>
                </a:lnTo>
                <a:lnTo>
                  <a:pt x="1186185" y="177961"/>
                </a:lnTo>
                <a:lnTo>
                  <a:pt x="1219514" y="209235"/>
                </a:lnTo>
                <a:lnTo>
                  <a:pt x="1250788" y="242564"/>
                </a:lnTo>
                <a:lnTo>
                  <a:pt x="1279900" y="277841"/>
                </a:lnTo>
                <a:lnTo>
                  <a:pt x="1306745" y="314961"/>
                </a:lnTo>
                <a:lnTo>
                  <a:pt x="1331216" y="353816"/>
                </a:lnTo>
                <a:lnTo>
                  <a:pt x="1353207" y="394300"/>
                </a:lnTo>
                <a:lnTo>
                  <a:pt x="1372610" y="436307"/>
                </a:lnTo>
                <a:lnTo>
                  <a:pt x="1389321" y="479731"/>
                </a:lnTo>
                <a:lnTo>
                  <a:pt x="1403231" y="524465"/>
                </a:lnTo>
                <a:lnTo>
                  <a:pt x="1414236" y="570403"/>
                </a:lnTo>
                <a:lnTo>
                  <a:pt x="1422228" y="617438"/>
                </a:lnTo>
                <a:lnTo>
                  <a:pt x="1427101" y="665464"/>
                </a:lnTo>
                <a:lnTo>
                  <a:pt x="1428749" y="714375"/>
                </a:lnTo>
                <a:lnTo>
                  <a:pt x="1427101" y="763285"/>
                </a:lnTo>
                <a:lnTo>
                  <a:pt x="1422228" y="811311"/>
                </a:lnTo>
                <a:lnTo>
                  <a:pt x="1414236" y="858346"/>
                </a:lnTo>
                <a:lnTo>
                  <a:pt x="1403231" y="904284"/>
                </a:lnTo>
                <a:lnTo>
                  <a:pt x="1389321" y="949018"/>
                </a:lnTo>
                <a:lnTo>
                  <a:pt x="1372610" y="992441"/>
                </a:lnTo>
                <a:lnTo>
                  <a:pt x="1353207" y="1034449"/>
                </a:lnTo>
                <a:lnTo>
                  <a:pt x="1331216" y="1074933"/>
                </a:lnTo>
                <a:lnTo>
                  <a:pt x="1306745" y="1113788"/>
                </a:lnTo>
                <a:lnTo>
                  <a:pt x="1279900" y="1150908"/>
                </a:lnTo>
                <a:lnTo>
                  <a:pt x="1250788" y="1186185"/>
                </a:lnTo>
                <a:lnTo>
                  <a:pt x="1219514" y="1219514"/>
                </a:lnTo>
                <a:lnTo>
                  <a:pt x="1186185" y="1250788"/>
                </a:lnTo>
                <a:lnTo>
                  <a:pt x="1150908" y="1279900"/>
                </a:lnTo>
                <a:lnTo>
                  <a:pt x="1113788" y="1306745"/>
                </a:lnTo>
                <a:lnTo>
                  <a:pt x="1074933" y="1331216"/>
                </a:lnTo>
                <a:lnTo>
                  <a:pt x="1034449" y="1353207"/>
                </a:lnTo>
                <a:lnTo>
                  <a:pt x="992441" y="1372610"/>
                </a:lnTo>
                <a:lnTo>
                  <a:pt x="949017" y="1389321"/>
                </a:lnTo>
                <a:lnTo>
                  <a:pt x="904284" y="1403231"/>
                </a:lnTo>
                <a:lnTo>
                  <a:pt x="858346" y="1414236"/>
                </a:lnTo>
                <a:lnTo>
                  <a:pt x="811311" y="1422228"/>
                </a:lnTo>
                <a:lnTo>
                  <a:pt x="763285" y="1427101"/>
                </a:lnTo>
                <a:lnTo>
                  <a:pt x="714378" y="1428749"/>
                </a:lnTo>
                <a:close/>
              </a:path>
            </a:pathLst>
          </a:custGeom>
          <a:solidFill>
            <a:srgbClr val="E2E7F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905000" y="714375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499" y="1904999"/>
                </a:moveTo>
                <a:lnTo>
                  <a:pt x="904960" y="1903834"/>
                </a:lnTo>
                <a:lnTo>
                  <a:pt x="858024" y="1900373"/>
                </a:lnTo>
                <a:lnTo>
                  <a:pt x="811746" y="1894672"/>
                </a:lnTo>
                <a:lnTo>
                  <a:pt x="766180" y="1886785"/>
                </a:lnTo>
                <a:lnTo>
                  <a:pt x="721382" y="1876767"/>
                </a:lnTo>
                <a:lnTo>
                  <a:pt x="677405" y="1864672"/>
                </a:lnTo>
                <a:lnTo>
                  <a:pt x="634304" y="1850554"/>
                </a:lnTo>
                <a:lnTo>
                  <a:pt x="592134" y="1834469"/>
                </a:lnTo>
                <a:lnTo>
                  <a:pt x="550950" y="1816472"/>
                </a:lnTo>
                <a:lnTo>
                  <a:pt x="510805" y="1796615"/>
                </a:lnTo>
                <a:lnTo>
                  <a:pt x="471754" y="1774955"/>
                </a:lnTo>
                <a:lnTo>
                  <a:pt x="433853" y="1751546"/>
                </a:lnTo>
                <a:lnTo>
                  <a:pt x="397156" y="1726442"/>
                </a:lnTo>
                <a:lnTo>
                  <a:pt x="361716" y="1699697"/>
                </a:lnTo>
                <a:lnTo>
                  <a:pt x="327590" y="1671367"/>
                </a:lnTo>
                <a:lnTo>
                  <a:pt x="294830" y="1641506"/>
                </a:lnTo>
                <a:lnTo>
                  <a:pt x="263493" y="1610169"/>
                </a:lnTo>
                <a:lnTo>
                  <a:pt x="233632" y="1577409"/>
                </a:lnTo>
                <a:lnTo>
                  <a:pt x="205302" y="1543283"/>
                </a:lnTo>
                <a:lnTo>
                  <a:pt x="178557" y="1507843"/>
                </a:lnTo>
                <a:lnTo>
                  <a:pt x="153453" y="1471146"/>
                </a:lnTo>
                <a:lnTo>
                  <a:pt x="130044" y="1433244"/>
                </a:lnTo>
                <a:lnTo>
                  <a:pt x="108383" y="1394194"/>
                </a:lnTo>
                <a:lnTo>
                  <a:pt x="88527" y="1354049"/>
                </a:lnTo>
                <a:lnTo>
                  <a:pt x="70529" y="1312865"/>
                </a:lnTo>
                <a:lnTo>
                  <a:pt x="54445" y="1270695"/>
                </a:lnTo>
                <a:lnTo>
                  <a:pt x="40327" y="1227594"/>
                </a:lnTo>
                <a:lnTo>
                  <a:pt x="28232" y="1183617"/>
                </a:lnTo>
                <a:lnTo>
                  <a:pt x="18214" y="1138818"/>
                </a:lnTo>
                <a:lnTo>
                  <a:pt x="10327" y="1093253"/>
                </a:lnTo>
                <a:lnTo>
                  <a:pt x="4626" y="1046975"/>
                </a:lnTo>
                <a:lnTo>
                  <a:pt x="1165" y="1000039"/>
                </a:lnTo>
                <a:lnTo>
                  <a:pt x="0" y="952501"/>
                </a:lnTo>
                <a:lnTo>
                  <a:pt x="1165" y="904960"/>
                </a:lnTo>
                <a:lnTo>
                  <a:pt x="4626" y="858024"/>
                </a:lnTo>
                <a:lnTo>
                  <a:pt x="10327" y="811746"/>
                </a:lnTo>
                <a:lnTo>
                  <a:pt x="18214" y="766180"/>
                </a:lnTo>
                <a:lnTo>
                  <a:pt x="28232" y="721382"/>
                </a:lnTo>
                <a:lnTo>
                  <a:pt x="40327" y="677405"/>
                </a:lnTo>
                <a:lnTo>
                  <a:pt x="54445" y="634304"/>
                </a:lnTo>
                <a:lnTo>
                  <a:pt x="70529" y="592134"/>
                </a:lnTo>
                <a:lnTo>
                  <a:pt x="88527" y="550949"/>
                </a:lnTo>
                <a:lnTo>
                  <a:pt x="108383" y="510805"/>
                </a:lnTo>
                <a:lnTo>
                  <a:pt x="130044" y="471754"/>
                </a:lnTo>
                <a:lnTo>
                  <a:pt x="153453" y="433853"/>
                </a:lnTo>
                <a:lnTo>
                  <a:pt x="178557" y="397156"/>
                </a:lnTo>
                <a:lnTo>
                  <a:pt x="205302" y="361716"/>
                </a:lnTo>
                <a:lnTo>
                  <a:pt x="233632" y="327589"/>
                </a:lnTo>
                <a:lnTo>
                  <a:pt x="263493" y="294830"/>
                </a:lnTo>
                <a:lnTo>
                  <a:pt x="294830" y="263493"/>
                </a:lnTo>
                <a:lnTo>
                  <a:pt x="327590" y="233632"/>
                </a:lnTo>
                <a:lnTo>
                  <a:pt x="361716" y="205302"/>
                </a:lnTo>
                <a:lnTo>
                  <a:pt x="397156" y="178557"/>
                </a:lnTo>
                <a:lnTo>
                  <a:pt x="433853" y="153453"/>
                </a:lnTo>
                <a:lnTo>
                  <a:pt x="471754" y="130044"/>
                </a:lnTo>
                <a:lnTo>
                  <a:pt x="510805" y="108383"/>
                </a:lnTo>
                <a:lnTo>
                  <a:pt x="550950" y="88527"/>
                </a:lnTo>
                <a:lnTo>
                  <a:pt x="592134" y="70529"/>
                </a:lnTo>
                <a:lnTo>
                  <a:pt x="634304" y="54445"/>
                </a:lnTo>
                <a:lnTo>
                  <a:pt x="677405" y="40327"/>
                </a:lnTo>
                <a:lnTo>
                  <a:pt x="721382" y="28232"/>
                </a:lnTo>
                <a:lnTo>
                  <a:pt x="766180" y="18214"/>
                </a:lnTo>
                <a:lnTo>
                  <a:pt x="811746" y="10327"/>
                </a:lnTo>
                <a:lnTo>
                  <a:pt x="858024" y="4626"/>
                </a:lnTo>
                <a:lnTo>
                  <a:pt x="904960" y="1165"/>
                </a:lnTo>
                <a:lnTo>
                  <a:pt x="952495" y="0"/>
                </a:lnTo>
                <a:lnTo>
                  <a:pt x="1000039" y="1165"/>
                </a:lnTo>
                <a:lnTo>
                  <a:pt x="1046975" y="4626"/>
                </a:lnTo>
                <a:lnTo>
                  <a:pt x="1093253" y="10327"/>
                </a:lnTo>
                <a:lnTo>
                  <a:pt x="1138819" y="18214"/>
                </a:lnTo>
                <a:lnTo>
                  <a:pt x="1183617" y="28232"/>
                </a:lnTo>
                <a:lnTo>
                  <a:pt x="1227594" y="40327"/>
                </a:lnTo>
                <a:lnTo>
                  <a:pt x="1270695" y="54445"/>
                </a:lnTo>
                <a:lnTo>
                  <a:pt x="1312865" y="70529"/>
                </a:lnTo>
                <a:lnTo>
                  <a:pt x="1354049" y="88527"/>
                </a:lnTo>
                <a:lnTo>
                  <a:pt x="1394194" y="108383"/>
                </a:lnTo>
                <a:lnTo>
                  <a:pt x="1433245" y="130044"/>
                </a:lnTo>
                <a:lnTo>
                  <a:pt x="1471146" y="153453"/>
                </a:lnTo>
                <a:lnTo>
                  <a:pt x="1507843" y="178557"/>
                </a:lnTo>
                <a:lnTo>
                  <a:pt x="1543283" y="205302"/>
                </a:lnTo>
                <a:lnTo>
                  <a:pt x="1577409" y="233632"/>
                </a:lnTo>
                <a:lnTo>
                  <a:pt x="1610169" y="263493"/>
                </a:lnTo>
                <a:lnTo>
                  <a:pt x="1641506" y="294830"/>
                </a:lnTo>
                <a:lnTo>
                  <a:pt x="1671367" y="327589"/>
                </a:lnTo>
                <a:lnTo>
                  <a:pt x="1699697" y="361716"/>
                </a:lnTo>
                <a:lnTo>
                  <a:pt x="1726442" y="397156"/>
                </a:lnTo>
                <a:lnTo>
                  <a:pt x="1751546" y="433853"/>
                </a:lnTo>
                <a:lnTo>
                  <a:pt x="1774955" y="471754"/>
                </a:lnTo>
                <a:lnTo>
                  <a:pt x="1796615" y="510805"/>
                </a:lnTo>
                <a:lnTo>
                  <a:pt x="1816472" y="550949"/>
                </a:lnTo>
                <a:lnTo>
                  <a:pt x="1834470" y="592134"/>
                </a:lnTo>
                <a:lnTo>
                  <a:pt x="1850554" y="634304"/>
                </a:lnTo>
                <a:lnTo>
                  <a:pt x="1864672" y="677405"/>
                </a:lnTo>
                <a:lnTo>
                  <a:pt x="1876767" y="721382"/>
                </a:lnTo>
                <a:lnTo>
                  <a:pt x="1886785" y="766180"/>
                </a:lnTo>
                <a:lnTo>
                  <a:pt x="1894672" y="811746"/>
                </a:lnTo>
                <a:lnTo>
                  <a:pt x="1900373" y="858024"/>
                </a:lnTo>
                <a:lnTo>
                  <a:pt x="1903834" y="904960"/>
                </a:lnTo>
                <a:lnTo>
                  <a:pt x="1904999" y="952498"/>
                </a:lnTo>
                <a:lnTo>
                  <a:pt x="1903834" y="1000039"/>
                </a:lnTo>
                <a:lnTo>
                  <a:pt x="1900373" y="1046975"/>
                </a:lnTo>
                <a:lnTo>
                  <a:pt x="1894672" y="1093253"/>
                </a:lnTo>
                <a:lnTo>
                  <a:pt x="1886785" y="1138818"/>
                </a:lnTo>
                <a:lnTo>
                  <a:pt x="1876767" y="1183617"/>
                </a:lnTo>
                <a:lnTo>
                  <a:pt x="1864672" y="1227594"/>
                </a:lnTo>
                <a:lnTo>
                  <a:pt x="1850554" y="1270695"/>
                </a:lnTo>
                <a:lnTo>
                  <a:pt x="1834470" y="1312865"/>
                </a:lnTo>
                <a:lnTo>
                  <a:pt x="1816472" y="1354049"/>
                </a:lnTo>
                <a:lnTo>
                  <a:pt x="1796615" y="1394194"/>
                </a:lnTo>
                <a:lnTo>
                  <a:pt x="1774955" y="1433244"/>
                </a:lnTo>
                <a:lnTo>
                  <a:pt x="1751546" y="1471146"/>
                </a:lnTo>
                <a:lnTo>
                  <a:pt x="1726442" y="1507843"/>
                </a:lnTo>
                <a:lnTo>
                  <a:pt x="1699697" y="1543283"/>
                </a:lnTo>
                <a:lnTo>
                  <a:pt x="1671367" y="1577409"/>
                </a:lnTo>
                <a:lnTo>
                  <a:pt x="1641506" y="1610169"/>
                </a:lnTo>
                <a:lnTo>
                  <a:pt x="1610169" y="1641506"/>
                </a:lnTo>
                <a:lnTo>
                  <a:pt x="1577409" y="1671367"/>
                </a:lnTo>
                <a:lnTo>
                  <a:pt x="1543283" y="1699697"/>
                </a:lnTo>
                <a:lnTo>
                  <a:pt x="1507843" y="1726442"/>
                </a:lnTo>
                <a:lnTo>
                  <a:pt x="1471146" y="1751546"/>
                </a:lnTo>
                <a:lnTo>
                  <a:pt x="1433245" y="1774955"/>
                </a:lnTo>
                <a:lnTo>
                  <a:pt x="1394194" y="1796615"/>
                </a:lnTo>
                <a:lnTo>
                  <a:pt x="1354049" y="1816472"/>
                </a:lnTo>
                <a:lnTo>
                  <a:pt x="1312865" y="1834469"/>
                </a:lnTo>
                <a:lnTo>
                  <a:pt x="1270695" y="1850554"/>
                </a:lnTo>
                <a:lnTo>
                  <a:pt x="1227594" y="1864672"/>
                </a:lnTo>
                <a:lnTo>
                  <a:pt x="1183617" y="1876767"/>
                </a:lnTo>
                <a:lnTo>
                  <a:pt x="1138819" y="1886785"/>
                </a:lnTo>
                <a:lnTo>
                  <a:pt x="1093253" y="1894672"/>
                </a:lnTo>
                <a:lnTo>
                  <a:pt x="1046975" y="1900373"/>
                </a:lnTo>
                <a:lnTo>
                  <a:pt x="1000039" y="1903834"/>
                </a:lnTo>
                <a:lnTo>
                  <a:pt x="952499" y="1904999"/>
                </a:lnTo>
                <a:close/>
              </a:path>
            </a:pathLst>
          </a:custGeom>
          <a:solidFill>
            <a:srgbClr val="E7ECF1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143750" y="762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71499" y="1142999"/>
                </a:moveTo>
                <a:lnTo>
                  <a:pt x="524628" y="1141105"/>
                </a:lnTo>
                <a:lnTo>
                  <a:pt x="478799" y="1135519"/>
                </a:lnTo>
                <a:lnTo>
                  <a:pt x="434161" y="1126390"/>
                </a:lnTo>
                <a:lnTo>
                  <a:pt x="390861" y="1113864"/>
                </a:lnTo>
                <a:lnTo>
                  <a:pt x="349046" y="1098088"/>
                </a:lnTo>
                <a:lnTo>
                  <a:pt x="308862" y="1079209"/>
                </a:lnTo>
                <a:lnTo>
                  <a:pt x="270458" y="1057375"/>
                </a:lnTo>
                <a:lnTo>
                  <a:pt x="233979" y="1032733"/>
                </a:lnTo>
                <a:lnTo>
                  <a:pt x="199573" y="1005429"/>
                </a:lnTo>
                <a:lnTo>
                  <a:pt x="167388" y="975611"/>
                </a:lnTo>
                <a:lnTo>
                  <a:pt x="137570" y="943425"/>
                </a:lnTo>
                <a:lnTo>
                  <a:pt x="110266" y="909020"/>
                </a:lnTo>
                <a:lnTo>
                  <a:pt x="85623" y="872541"/>
                </a:lnTo>
                <a:lnTo>
                  <a:pt x="63789" y="834136"/>
                </a:lnTo>
                <a:lnTo>
                  <a:pt x="44911" y="793953"/>
                </a:lnTo>
                <a:lnTo>
                  <a:pt x="29135" y="752137"/>
                </a:lnTo>
                <a:lnTo>
                  <a:pt x="16609" y="708837"/>
                </a:lnTo>
                <a:lnTo>
                  <a:pt x="7479" y="664199"/>
                </a:lnTo>
                <a:lnTo>
                  <a:pt x="1894" y="618371"/>
                </a:lnTo>
                <a:lnTo>
                  <a:pt x="0" y="571502"/>
                </a:lnTo>
                <a:lnTo>
                  <a:pt x="1894" y="524627"/>
                </a:lnTo>
                <a:lnTo>
                  <a:pt x="7479" y="478799"/>
                </a:lnTo>
                <a:lnTo>
                  <a:pt x="16609" y="434161"/>
                </a:lnTo>
                <a:lnTo>
                  <a:pt x="29135" y="390861"/>
                </a:lnTo>
                <a:lnTo>
                  <a:pt x="44911" y="349045"/>
                </a:lnTo>
                <a:lnTo>
                  <a:pt x="63789" y="308862"/>
                </a:lnTo>
                <a:lnTo>
                  <a:pt x="85623" y="270457"/>
                </a:lnTo>
                <a:lnTo>
                  <a:pt x="110266" y="233979"/>
                </a:lnTo>
                <a:lnTo>
                  <a:pt x="137570" y="199573"/>
                </a:lnTo>
                <a:lnTo>
                  <a:pt x="167388" y="167388"/>
                </a:lnTo>
                <a:lnTo>
                  <a:pt x="199573" y="137569"/>
                </a:lnTo>
                <a:lnTo>
                  <a:pt x="233979" y="110265"/>
                </a:lnTo>
                <a:lnTo>
                  <a:pt x="270458" y="85623"/>
                </a:lnTo>
                <a:lnTo>
                  <a:pt x="308862" y="63789"/>
                </a:lnTo>
                <a:lnTo>
                  <a:pt x="349046" y="44910"/>
                </a:lnTo>
                <a:lnTo>
                  <a:pt x="390861" y="29134"/>
                </a:lnTo>
                <a:lnTo>
                  <a:pt x="434161" y="16608"/>
                </a:lnTo>
                <a:lnTo>
                  <a:pt x="478799" y="7479"/>
                </a:lnTo>
                <a:lnTo>
                  <a:pt x="524628" y="1894"/>
                </a:lnTo>
                <a:lnTo>
                  <a:pt x="571488" y="0"/>
                </a:lnTo>
                <a:lnTo>
                  <a:pt x="618371" y="1894"/>
                </a:lnTo>
                <a:lnTo>
                  <a:pt x="664200" y="7479"/>
                </a:lnTo>
                <a:lnTo>
                  <a:pt x="708837" y="16608"/>
                </a:lnTo>
                <a:lnTo>
                  <a:pt x="752138" y="29134"/>
                </a:lnTo>
                <a:lnTo>
                  <a:pt x="793953" y="44910"/>
                </a:lnTo>
                <a:lnTo>
                  <a:pt x="834137" y="63789"/>
                </a:lnTo>
                <a:lnTo>
                  <a:pt x="872541" y="85623"/>
                </a:lnTo>
                <a:lnTo>
                  <a:pt x="909020" y="110265"/>
                </a:lnTo>
                <a:lnTo>
                  <a:pt x="943425" y="137569"/>
                </a:lnTo>
                <a:lnTo>
                  <a:pt x="975611" y="167388"/>
                </a:lnTo>
                <a:lnTo>
                  <a:pt x="1005429" y="199573"/>
                </a:lnTo>
                <a:lnTo>
                  <a:pt x="1032733" y="233979"/>
                </a:lnTo>
                <a:lnTo>
                  <a:pt x="1057376" y="270457"/>
                </a:lnTo>
                <a:lnTo>
                  <a:pt x="1079210" y="308862"/>
                </a:lnTo>
                <a:lnTo>
                  <a:pt x="1098088" y="349045"/>
                </a:lnTo>
                <a:lnTo>
                  <a:pt x="1113864" y="390861"/>
                </a:lnTo>
                <a:lnTo>
                  <a:pt x="1126390" y="434161"/>
                </a:lnTo>
                <a:lnTo>
                  <a:pt x="1135519" y="478799"/>
                </a:lnTo>
                <a:lnTo>
                  <a:pt x="1141105" y="524627"/>
                </a:lnTo>
                <a:lnTo>
                  <a:pt x="1142999" y="571496"/>
                </a:lnTo>
                <a:lnTo>
                  <a:pt x="1141105" y="618371"/>
                </a:lnTo>
                <a:lnTo>
                  <a:pt x="1135519" y="664199"/>
                </a:lnTo>
                <a:lnTo>
                  <a:pt x="1126390" y="708837"/>
                </a:lnTo>
                <a:lnTo>
                  <a:pt x="1113864" y="752137"/>
                </a:lnTo>
                <a:lnTo>
                  <a:pt x="1098088" y="793953"/>
                </a:lnTo>
                <a:lnTo>
                  <a:pt x="1079210" y="834136"/>
                </a:lnTo>
                <a:lnTo>
                  <a:pt x="1057376" y="872541"/>
                </a:lnTo>
                <a:lnTo>
                  <a:pt x="1032733" y="909020"/>
                </a:lnTo>
                <a:lnTo>
                  <a:pt x="1005429" y="943425"/>
                </a:lnTo>
                <a:lnTo>
                  <a:pt x="975611" y="975611"/>
                </a:lnTo>
                <a:lnTo>
                  <a:pt x="943425" y="1005429"/>
                </a:lnTo>
                <a:lnTo>
                  <a:pt x="909020" y="1032733"/>
                </a:lnTo>
                <a:lnTo>
                  <a:pt x="872541" y="1057375"/>
                </a:lnTo>
                <a:lnTo>
                  <a:pt x="834137" y="1079209"/>
                </a:lnTo>
                <a:lnTo>
                  <a:pt x="793953" y="1098088"/>
                </a:lnTo>
                <a:lnTo>
                  <a:pt x="752138" y="1113864"/>
                </a:lnTo>
                <a:lnTo>
                  <a:pt x="708837" y="1126390"/>
                </a:lnTo>
                <a:lnTo>
                  <a:pt x="664200" y="1135519"/>
                </a:lnTo>
                <a:lnTo>
                  <a:pt x="618371" y="1141105"/>
                </a:lnTo>
                <a:lnTo>
                  <a:pt x="571499" y="1142999"/>
                </a:lnTo>
                <a:close/>
              </a:path>
            </a:pathLst>
          </a:custGeom>
          <a:solidFill>
            <a:srgbClr val="E2E7F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762500" y="666750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857259" y="1714499"/>
                </a:moveTo>
                <a:lnTo>
                  <a:pt x="808604" y="1713142"/>
                </a:lnTo>
                <a:lnTo>
                  <a:pt x="760671" y="1709119"/>
                </a:lnTo>
                <a:lnTo>
                  <a:pt x="713521" y="1702503"/>
                </a:lnTo>
                <a:lnTo>
                  <a:pt x="667229" y="1693366"/>
                </a:lnTo>
                <a:lnTo>
                  <a:pt x="621865" y="1681780"/>
                </a:lnTo>
                <a:lnTo>
                  <a:pt x="577503" y="1667817"/>
                </a:lnTo>
                <a:lnTo>
                  <a:pt x="534215" y="1651551"/>
                </a:lnTo>
                <a:lnTo>
                  <a:pt x="492073" y="1633052"/>
                </a:lnTo>
                <a:lnTo>
                  <a:pt x="451149" y="1612395"/>
                </a:lnTo>
                <a:lnTo>
                  <a:pt x="411516" y="1589651"/>
                </a:lnTo>
                <a:lnTo>
                  <a:pt x="373246" y="1564892"/>
                </a:lnTo>
                <a:lnTo>
                  <a:pt x="336412" y="1538191"/>
                </a:lnTo>
                <a:lnTo>
                  <a:pt x="301086" y="1509620"/>
                </a:lnTo>
                <a:lnTo>
                  <a:pt x="267340" y="1479252"/>
                </a:lnTo>
                <a:lnTo>
                  <a:pt x="235247" y="1447159"/>
                </a:lnTo>
                <a:lnTo>
                  <a:pt x="204879" y="1413413"/>
                </a:lnTo>
                <a:lnTo>
                  <a:pt x="176308" y="1378087"/>
                </a:lnTo>
                <a:lnTo>
                  <a:pt x="149607" y="1341253"/>
                </a:lnTo>
                <a:lnTo>
                  <a:pt x="124848" y="1302983"/>
                </a:lnTo>
                <a:lnTo>
                  <a:pt x="102104" y="1263350"/>
                </a:lnTo>
                <a:lnTo>
                  <a:pt x="81446" y="1222426"/>
                </a:lnTo>
                <a:lnTo>
                  <a:pt x="62948" y="1180284"/>
                </a:lnTo>
                <a:lnTo>
                  <a:pt x="46682" y="1136996"/>
                </a:lnTo>
                <a:lnTo>
                  <a:pt x="32719" y="1092633"/>
                </a:lnTo>
                <a:lnTo>
                  <a:pt x="21133" y="1047270"/>
                </a:lnTo>
                <a:lnTo>
                  <a:pt x="11996" y="1000977"/>
                </a:lnTo>
                <a:lnTo>
                  <a:pt x="5379" y="953828"/>
                </a:lnTo>
                <a:lnTo>
                  <a:pt x="1357" y="905895"/>
                </a:lnTo>
                <a:lnTo>
                  <a:pt x="0" y="857249"/>
                </a:lnTo>
                <a:lnTo>
                  <a:pt x="1357" y="808604"/>
                </a:lnTo>
                <a:lnTo>
                  <a:pt x="5379" y="760671"/>
                </a:lnTo>
                <a:lnTo>
                  <a:pt x="11996" y="713521"/>
                </a:lnTo>
                <a:lnTo>
                  <a:pt x="21133" y="667229"/>
                </a:lnTo>
                <a:lnTo>
                  <a:pt x="32719" y="621865"/>
                </a:lnTo>
                <a:lnTo>
                  <a:pt x="46682" y="577503"/>
                </a:lnTo>
                <a:lnTo>
                  <a:pt x="62948" y="534215"/>
                </a:lnTo>
                <a:lnTo>
                  <a:pt x="81446" y="492073"/>
                </a:lnTo>
                <a:lnTo>
                  <a:pt x="102104" y="451149"/>
                </a:lnTo>
                <a:lnTo>
                  <a:pt x="124848" y="411516"/>
                </a:lnTo>
                <a:lnTo>
                  <a:pt x="149607" y="373246"/>
                </a:lnTo>
                <a:lnTo>
                  <a:pt x="176308" y="336412"/>
                </a:lnTo>
                <a:lnTo>
                  <a:pt x="204879" y="301086"/>
                </a:lnTo>
                <a:lnTo>
                  <a:pt x="235247" y="267340"/>
                </a:lnTo>
                <a:lnTo>
                  <a:pt x="267340" y="235247"/>
                </a:lnTo>
                <a:lnTo>
                  <a:pt x="301086" y="204879"/>
                </a:lnTo>
                <a:lnTo>
                  <a:pt x="336412" y="176308"/>
                </a:lnTo>
                <a:lnTo>
                  <a:pt x="373246" y="149607"/>
                </a:lnTo>
                <a:lnTo>
                  <a:pt x="411516" y="124848"/>
                </a:lnTo>
                <a:lnTo>
                  <a:pt x="451149" y="102104"/>
                </a:lnTo>
                <a:lnTo>
                  <a:pt x="492073" y="81446"/>
                </a:lnTo>
                <a:lnTo>
                  <a:pt x="534215" y="62948"/>
                </a:lnTo>
                <a:lnTo>
                  <a:pt x="577503" y="46682"/>
                </a:lnTo>
                <a:lnTo>
                  <a:pt x="621865" y="32719"/>
                </a:lnTo>
                <a:lnTo>
                  <a:pt x="667229" y="21133"/>
                </a:lnTo>
                <a:lnTo>
                  <a:pt x="713521" y="11996"/>
                </a:lnTo>
                <a:lnTo>
                  <a:pt x="760671" y="5379"/>
                </a:lnTo>
                <a:lnTo>
                  <a:pt x="808604" y="1357"/>
                </a:lnTo>
                <a:lnTo>
                  <a:pt x="857249" y="0"/>
                </a:lnTo>
                <a:lnTo>
                  <a:pt x="905895" y="1357"/>
                </a:lnTo>
                <a:lnTo>
                  <a:pt x="953828" y="5379"/>
                </a:lnTo>
                <a:lnTo>
                  <a:pt x="1000977" y="11996"/>
                </a:lnTo>
                <a:lnTo>
                  <a:pt x="1047270" y="21133"/>
                </a:lnTo>
                <a:lnTo>
                  <a:pt x="1092633" y="32719"/>
                </a:lnTo>
                <a:lnTo>
                  <a:pt x="1136996" y="46682"/>
                </a:lnTo>
                <a:lnTo>
                  <a:pt x="1180284" y="62948"/>
                </a:lnTo>
                <a:lnTo>
                  <a:pt x="1222426" y="81446"/>
                </a:lnTo>
                <a:lnTo>
                  <a:pt x="1263350" y="102104"/>
                </a:lnTo>
                <a:lnTo>
                  <a:pt x="1302983" y="124848"/>
                </a:lnTo>
                <a:lnTo>
                  <a:pt x="1341253" y="149607"/>
                </a:lnTo>
                <a:lnTo>
                  <a:pt x="1378087" y="176308"/>
                </a:lnTo>
                <a:lnTo>
                  <a:pt x="1413413" y="204879"/>
                </a:lnTo>
                <a:lnTo>
                  <a:pt x="1447159" y="235247"/>
                </a:lnTo>
                <a:lnTo>
                  <a:pt x="1479252" y="267340"/>
                </a:lnTo>
                <a:lnTo>
                  <a:pt x="1509620" y="301086"/>
                </a:lnTo>
                <a:lnTo>
                  <a:pt x="1538191" y="336412"/>
                </a:lnTo>
                <a:lnTo>
                  <a:pt x="1564892" y="373246"/>
                </a:lnTo>
                <a:lnTo>
                  <a:pt x="1589651" y="411516"/>
                </a:lnTo>
                <a:lnTo>
                  <a:pt x="1612395" y="451149"/>
                </a:lnTo>
                <a:lnTo>
                  <a:pt x="1633052" y="492073"/>
                </a:lnTo>
                <a:lnTo>
                  <a:pt x="1651551" y="534215"/>
                </a:lnTo>
                <a:lnTo>
                  <a:pt x="1667817" y="577503"/>
                </a:lnTo>
                <a:lnTo>
                  <a:pt x="1681780" y="621865"/>
                </a:lnTo>
                <a:lnTo>
                  <a:pt x="1693366" y="667229"/>
                </a:lnTo>
                <a:lnTo>
                  <a:pt x="1702503" y="713521"/>
                </a:lnTo>
                <a:lnTo>
                  <a:pt x="1709119" y="760671"/>
                </a:lnTo>
                <a:lnTo>
                  <a:pt x="1713142" y="808604"/>
                </a:lnTo>
                <a:lnTo>
                  <a:pt x="1714499" y="857249"/>
                </a:lnTo>
                <a:lnTo>
                  <a:pt x="1713142" y="905895"/>
                </a:lnTo>
                <a:lnTo>
                  <a:pt x="1709119" y="953828"/>
                </a:lnTo>
                <a:lnTo>
                  <a:pt x="1702503" y="1000977"/>
                </a:lnTo>
                <a:lnTo>
                  <a:pt x="1693366" y="1047270"/>
                </a:lnTo>
                <a:lnTo>
                  <a:pt x="1681780" y="1092633"/>
                </a:lnTo>
                <a:lnTo>
                  <a:pt x="1667817" y="1136996"/>
                </a:lnTo>
                <a:lnTo>
                  <a:pt x="1651551" y="1180284"/>
                </a:lnTo>
                <a:lnTo>
                  <a:pt x="1633052" y="1222426"/>
                </a:lnTo>
                <a:lnTo>
                  <a:pt x="1612395" y="1263350"/>
                </a:lnTo>
                <a:lnTo>
                  <a:pt x="1589651" y="1302983"/>
                </a:lnTo>
                <a:lnTo>
                  <a:pt x="1564892" y="1341253"/>
                </a:lnTo>
                <a:lnTo>
                  <a:pt x="1538191" y="1378087"/>
                </a:lnTo>
                <a:lnTo>
                  <a:pt x="1509620" y="1413413"/>
                </a:lnTo>
                <a:lnTo>
                  <a:pt x="1479252" y="1447159"/>
                </a:lnTo>
                <a:lnTo>
                  <a:pt x="1447159" y="1479252"/>
                </a:lnTo>
                <a:lnTo>
                  <a:pt x="1413413" y="1509620"/>
                </a:lnTo>
                <a:lnTo>
                  <a:pt x="1378087" y="1538191"/>
                </a:lnTo>
                <a:lnTo>
                  <a:pt x="1341253" y="1564892"/>
                </a:lnTo>
                <a:lnTo>
                  <a:pt x="1302983" y="1589651"/>
                </a:lnTo>
                <a:lnTo>
                  <a:pt x="1263350" y="1612395"/>
                </a:lnTo>
                <a:lnTo>
                  <a:pt x="1222426" y="1633052"/>
                </a:lnTo>
                <a:lnTo>
                  <a:pt x="1180284" y="1651551"/>
                </a:lnTo>
                <a:lnTo>
                  <a:pt x="1136996" y="1667817"/>
                </a:lnTo>
                <a:lnTo>
                  <a:pt x="1092633" y="1681780"/>
                </a:lnTo>
                <a:lnTo>
                  <a:pt x="1047270" y="1693366"/>
                </a:lnTo>
                <a:lnTo>
                  <a:pt x="1000977" y="1702503"/>
                </a:lnTo>
                <a:lnTo>
                  <a:pt x="953828" y="1709119"/>
                </a:lnTo>
                <a:lnTo>
                  <a:pt x="905895" y="1713142"/>
                </a:lnTo>
                <a:lnTo>
                  <a:pt x="857259" y="1714499"/>
                </a:lnTo>
                <a:close/>
              </a:path>
            </a:pathLst>
          </a:custGeom>
          <a:solidFill>
            <a:srgbClr val="E7ECF1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28750" y="590549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14349" y="571500"/>
                </a:moveTo>
                <a:lnTo>
                  <a:pt x="57149" y="571500"/>
                </a:lnTo>
                <a:lnTo>
                  <a:pt x="34904" y="567008"/>
                </a:lnTo>
                <a:lnTo>
                  <a:pt x="16738" y="554761"/>
                </a:lnTo>
                <a:lnTo>
                  <a:pt x="4491" y="536595"/>
                </a:lnTo>
                <a:lnTo>
                  <a:pt x="0" y="514350"/>
                </a:lnTo>
                <a:lnTo>
                  <a:pt x="0" y="57149"/>
                </a:lnTo>
                <a:lnTo>
                  <a:pt x="4491" y="34904"/>
                </a:lnTo>
                <a:lnTo>
                  <a:pt x="16738" y="16738"/>
                </a:lnTo>
                <a:lnTo>
                  <a:pt x="34904" y="4491"/>
                </a:lnTo>
                <a:lnTo>
                  <a:pt x="57149" y="0"/>
                </a:lnTo>
                <a:lnTo>
                  <a:pt x="514349" y="0"/>
                </a:lnTo>
                <a:lnTo>
                  <a:pt x="536595" y="4491"/>
                </a:lnTo>
                <a:lnTo>
                  <a:pt x="554761" y="16738"/>
                </a:lnTo>
                <a:lnTo>
                  <a:pt x="567008" y="34904"/>
                </a:lnTo>
                <a:lnTo>
                  <a:pt x="571499" y="57149"/>
                </a:lnTo>
                <a:lnTo>
                  <a:pt x="571499" y="514350"/>
                </a:lnTo>
                <a:lnTo>
                  <a:pt x="567008" y="536595"/>
                </a:lnTo>
                <a:lnTo>
                  <a:pt x="554761" y="554761"/>
                </a:lnTo>
                <a:lnTo>
                  <a:pt x="536595" y="567008"/>
                </a:lnTo>
                <a:lnTo>
                  <a:pt x="514349" y="571500"/>
                </a:lnTo>
                <a:close/>
              </a:path>
            </a:pathLst>
          </a:custGeom>
          <a:solidFill>
            <a:srgbClr val="DBE3EC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333750" y="5524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0999" y="761999"/>
                </a:moveTo>
                <a:lnTo>
                  <a:pt x="333207" y="759031"/>
                </a:lnTo>
                <a:lnTo>
                  <a:pt x="287187" y="750363"/>
                </a:lnTo>
                <a:lnTo>
                  <a:pt x="243295" y="736354"/>
                </a:lnTo>
                <a:lnTo>
                  <a:pt x="201889" y="717359"/>
                </a:lnTo>
                <a:lnTo>
                  <a:pt x="163326" y="693737"/>
                </a:lnTo>
                <a:lnTo>
                  <a:pt x="127962" y="665844"/>
                </a:lnTo>
                <a:lnTo>
                  <a:pt x="96155" y="634037"/>
                </a:lnTo>
                <a:lnTo>
                  <a:pt x="68262" y="598673"/>
                </a:lnTo>
                <a:lnTo>
                  <a:pt x="44639" y="560109"/>
                </a:lnTo>
                <a:lnTo>
                  <a:pt x="25645" y="518703"/>
                </a:lnTo>
                <a:lnTo>
                  <a:pt x="11635" y="474811"/>
                </a:lnTo>
                <a:lnTo>
                  <a:pt x="2968" y="428791"/>
                </a:lnTo>
                <a:lnTo>
                  <a:pt x="0" y="381003"/>
                </a:lnTo>
                <a:lnTo>
                  <a:pt x="2968" y="333208"/>
                </a:lnTo>
                <a:lnTo>
                  <a:pt x="11635" y="287187"/>
                </a:lnTo>
                <a:lnTo>
                  <a:pt x="25645" y="243295"/>
                </a:lnTo>
                <a:lnTo>
                  <a:pt x="44639" y="201889"/>
                </a:lnTo>
                <a:lnTo>
                  <a:pt x="68262" y="163326"/>
                </a:lnTo>
                <a:lnTo>
                  <a:pt x="96155" y="127962"/>
                </a:lnTo>
                <a:lnTo>
                  <a:pt x="127962" y="96155"/>
                </a:lnTo>
                <a:lnTo>
                  <a:pt x="163326" y="68262"/>
                </a:lnTo>
                <a:lnTo>
                  <a:pt x="201889" y="44639"/>
                </a:lnTo>
                <a:lnTo>
                  <a:pt x="243295" y="25645"/>
                </a:lnTo>
                <a:lnTo>
                  <a:pt x="287187" y="11635"/>
                </a:lnTo>
                <a:lnTo>
                  <a:pt x="333207" y="2968"/>
                </a:lnTo>
                <a:lnTo>
                  <a:pt x="380997" y="0"/>
                </a:lnTo>
                <a:lnTo>
                  <a:pt x="428791" y="2968"/>
                </a:lnTo>
                <a:lnTo>
                  <a:pt x="474811" y="11635"/>
                </a:lnTo>
                <a:lnTo>
                  <a:pt x="518703" y="25645"/>
                </a:lnTo>
                <a:lnTo>
                  <a:pt x="560109" y="44639"/>
                </a:lnTo>
                <a:lnTo>
                  <a:pt x="598673" y="68262"/>
                </a:lnTo>
                <a:lnTo>
                  <a:pt x="634037" y="96155"/>
                </a:lnTo>
                <a:lnTo>
                  <a:pt x="665844" y="127962"/>
                </a:lnTo>
                <a:lnTo>
                  <a:pt x="693737" y="163326"/>
                </a:lnTo>
                <a:lnTo>
                  <a:pt x="717359" y="201889"/>
                </a:lnTo>
                <a:lnTo>
                  <a:pt x="736354" y="243295"/>
                </a:lnTo>
                <a:lnTo>
                  <a:pt x="750363" y="287187"/>
                </a:lnTo>
                <a:lnTo>
                  <a:pt x="759031" y="333208"/>
                </a:lnTo>
                <a:lnTo>
                  <a:pt x="761999" y="380996"/>
                </a:lnTo>
                <a:lnTo>
                  <a:pt x="759031" y="428791"/>
                </a:lnTo>
                <a:lnTo>
                  <a:pt x="750363" y="474811"/>
                </a:lnTo>
                <a:lnTo>
                  <a:pt x="736354" y="518703"/>
                </a:lnTo>
                <a:lnTo>
                  <a:pt x="717359" y="560109"/>
                </a:lnTo>
                <a:lnTo>
                  <a:pt x="693737" y="598673"/>
                </a:lnTo>
                <a:lnTo>
                  <a:pt x="665844" y="634037"/>
                </a:lnTo>
                <a:lnTo>
                  <a:pt x="634037" y="665844"/>
                </a:lnTo>
                <a:lnTo>
                  <a:pt x="598673" y="693737"/>
                </a:lnTo>
                <a:lnTo>
                  <a:pt x="560109" y="717359"/>
                </a:lnTo>
                <a:lnTo>
                  <a:pt x="518703" y="736354"/>
                </a:lnTo>
                <a:lnTo>
                  <a:pt x="474811" y="750363"/>
                </a:lnTo>
                <a:lnTo>
                  <a:pt x="428791" y="759031"/>
                </a:lnTo>
                <a:lnTo>
                  <a:pt x="380999" y="761999"/>
                </a:lnTo>
                <a:close/>
              </a:path>
            </a:pathLst>
          </a:custGeom>
          <a:solidFill>
            <a:srgbClr val="2F2F2F">
              <a:alpha val="7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0" y="4286250"/>
            <a:ext cx="114299" cy="1142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4476750"/>
            <a:ext cx="76199" cy="76199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5206639" y="3301639"/>
            <a:ext cx="350520" cy="350520"/>
          </a:xfrm>
          <a:custGeom>
            <a:avLst/>
            <a:gdLst/>
            <a:ahLst/>
            <a:cxnLst/>
            <a:rect l="l" t="t" r="r" b="b"/>
            <a:pathLst>
              <a:path w="350520" h="350520">
                <a:moveTo>
                  <a:pt x="73957" y="0"/>
                </a:moveTo>
                <a:lnTo>
                  <a:pt x="349970" y="73957"/>
                </a:lnTo>
                <a:lnTo>
                  <a:pt x="276012" y="349970"/>
                </a:lnTo>
                <a:lnTo>
                  <a:pt x="0" y="276013"/>
                </a:lnTo>
                <a:lnTo>
                  <a:pt x="73957" y="0"/>
                </a:lnTo>
                <a:close/>
              </a:path>
            </a:pathLst>
          </a:custGeom>
          <a:solidFill>
            <a:srgbClr val="2F2F2F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028700" y="495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0" y="190499"/>
                </a:lnTo>
                <a:lnTo>
                  <a:pt x="190499" y="0"/>
                </a:lnTo>
                <a:lnTo>
                  <a:pt x="380999" y="190499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2F2F2F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016000" y="1038256"/>
            <a:ext cx="2806700" cy="16262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-484">
                <a:latin typeface="HY목각파임B"/>
                <a:cs typeface="HY목각파임B"/>
              </a:rPr>
              <a:t>Index</a:t>
            </a:r>
            <a:endParaRPr sz="7000">
              <a:latin typeface="HY목각파임B"/>
              <a:cs typeface="HY목각파임B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793365" algn="l"/>
              </a:tabLst>
            </a:pPr>
            <a:r>
              <a:rPr dirty="0" u="heavy" sz="3400" spc="-365">
                <a:uFill>
                  <a:solidFill>
                    <a:srgbClr val="2F2F2F"/>
                  </a:solidFill>
                </a:uFill>
                <a:latin typeface="HY목각파임B"/>
                <a:cs typeface="HY목각파임B"/>
              </a:rPr>
              <a:t>목차소개</a:t>
            </a:r>
            <a:r>
              <a:rPr dirty="0" u="heavy" sz="3400">
                <a:uFill>
                  <a:solidFill>
                    <a:srgbClr val="2F2F2F"/>
                  </a:solidFill>
                </a:uFill>
                <a:latin typeface="HY목각파임B"/>
                <a:cs typeface="HY목각파임B"/>
              </a:rPr>
              <a:t>	</a:t>
            </a:r>
            <a:endParaRPr sz="3400">
              <a:latin typeface="HY목각파임B"/>
              <a:cs typeface="HY목각파임B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0429874" y="2905125"/>
            <a:ext cx="0" cy="5286375"/>
          </a:xfrm>
          <a:custGeom>
            <a:avLst/>
            <a:gdLst/>
            <a:ahLst/>
            <a:cxnLst/>
            <a:rect l="l" t="t" r="r" b="b"/>
            <a:pathLst>
              <a:path w="0" h="5286375">
                <a:moveTo>
                  <a:pt x="0" y="0"/>
                </a:moveTo>
                <a:lnTo>
                  <a:pt x="0" y="5286374"/>
                </a:lnTo>
              </a:path>
            </a:pathLst>
          </a:custGeom>
          <a:ln w="1904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0902949" y="1761766"/>
            <a:ext cx="52641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475">
                <a:solidFill>
                  <a:srgbClr val="2F2F2F"/>
                </a:solidFill>
                <a:latin typeface="HY목각파임B"/>
                <a:cs typeface="HY목각파임B"/>
              </a:rPr>
              <a:t>01</a:t>
            </a:r>
            <a:endParaRPr sz="3400">
              <a:latin typeface="HY목각파임B"/>
              <a:cs typeface="HY목각파임B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902949" y="2815566"/>
            <a:ext cx="4664710" cy="6104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4715" indent="-882650">
              <a:lnSpc>
                <a:spcPct val="100000"/>
              </a:lnSpc>
              <a:spcBef>
                <a:spcPts val="100"/>
              </a:spcBef>
              <a:buSzPct val="86075"/>
              <a:buFont typeface="HY"/>
              <a:buAutoNum type="arabicPeriod" startAt="2"/>
              <a:tabLst>
                <a:tab pos="894715" algn="l"/>
                <a:tab pos="895350" algn="l"/>
              </a:tabLst>
            </a:pPr>
            <a:r>
              <a:rPr dirty="0" sz="3950" spc="-250">
                <a:solidFill>
                  <a:srgbClr val="2F2F2F"/>
                </a:solidFill>
                <a:latin typeface="나눔고딕"/>
                <a:cs typeface="나눔고딕"/>
              </a:rPr>
              <a:t>문제점</a:t>
            </a:r>
            <a:r>
              <a:rPr dirty="0" sz="3950" spc="-35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950" spc="-120">
                <a:solidFill>
                  <a:srgbClr val="2F2F2F"/>
                </a:solidFill>
                <a:latin typeface="나눔고딕"/>
                <a:cs typeface="나눔고딕"/>
              </a:rPr>
              <a:t>및</a:t>
            </a:r>
            <a:r>
              <a:rPr dirty="0" sz="3950" spc="-35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950" spc="-285">
                <a:solidFill>
                  <a:srgbClr val="2F2F2F"/>
                </a:solidFill>
                <a:latin typeface="나눔고딕"/>
                <a:cs typeface="나눔고딕"/>
              </a:rPr>
              <a:t>해결방안</a:t>
            </a:r>
            <a:endParaRPr sz="3950">
              <a:latin typeface="나눔고딕"/>
              <a:cs typeface="나눔고딕"/>
            </a:endParaRPr>
          </a:p>
          <a:p>
            <a:pPr marL="894715" indent="-882650">
              <a:lnSpc>
                <a:spcPct val="100000"/>
              </a:lnSpc>
              <a:spcBef>
                <a:spcPts val="3884"/>
              </a:spcBef>
              <a:buSzPct val="86075"/>
              <a:buFont typeface="HY"/>
              <a:buAutoNum type="arabicPeriod" startAt="2"/>
              <a:tabLst>
                <a:tab pos="894715" algn="l"/>
                <a:tab pos="895350" algn="l"/>
              </a:tabLst>
            </a:pPr>
            <a:r>
              <a:rPr dirty="0" sz="3950" spc="-250">
                <a:solidFill>
                  <a:srgbClr val="2F2F2F"/>
                </a:solidFill>
                <a:latin typeface="나눔고딕"/>
                <a:cs typeface="나눔고딕"/>
              </a:rPr>
              <a:t>시스템</a:t>
            </a:r>
            <a:r>
              <a:rPr dirty="0" sz="3950" spc="-3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950" spc="-25">
                <a:solidFill>
                  <a:srgbClr val="2F2F2F"/>
                </a:solidFill>
                <a:latin typeface="나눔고딕"/>
                <a:cs typeface="나눔고딕"/>
              </a:rPr>
              <a:t>구조</a:t>
            </a:r>
            <a:endParaRPr sz="3950">
              <a:latin typeface="나눔고딕"/>
              <a:cs typeface="나눔고딕"/>
            </a:endParaRPr>
          </a:p>
          <a:p>
            <a:pPr marL="894715" indent="-882650">
              <a:lnSpc>
                <a:spcPct val="100000"/>
              </a:lnSpc>
              <a:spcBef>
                <a:spcPts val="3885"/>
              </a:spcBef>
              <a:buSzPct val="86075"/>
              <a:buFont typeface="HY"/>
              <a:buAutoNum type="arabicPeriod" startAt="2"/>
              <a:tabLst>
                <a:tab pos="894715" algn="l"/>
                <a:tab pos="895350" algn="l"/>
              </a:tabLst>
            </a:pPr>
            <a:r>
              <a:rPr dirty="0" sz="3950" spc="-195">
                <a:solidFill>
                  <a:srgbClr val="2F2F2F"/>
                </a:solidFill>
                <a:latin typeface="나눔고딕"/>
                <a:cs typeface="나눔고딕"/>
              </a:rPr>
              <a:t>Agent</a:t>
            </a:r>
            <a:r>
              <a:rPr dirty="0" sz="3950" spc="-33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950" spc="-25">
                <a:solidFill>
                  <a:srgbClr val="2F2F2F"/>
                </a:solidFill>
                <a:latin typeface="나눔고딕"/>
                <a:cs typeface="나눔고딕"/>
              </a:rPr>
              <a:t>구성</a:t>
            </a:r>
            <a:endParaRPr sz="3950">
              <a:latin typeface="나눔고딕"/>
              <a:cs typeface="나눔고딕"/>
            </a:endParaRPr>
          </a:p>
          <a:p>
            <a:pPr marL="894715" indent="-882650">
              <a:lnSpc>
                <a:spcPct val="100000"/>
              </a:lnSpc>
              <a:spcBef>
                <a:spcPts val="3960"/>
              </a:spcBef>
              <a:buSzPct val="86075"/>
              <a:buFont typeface="HY"/>
              <a:buAutoNum type="arabicPeriod" startAt="2"/>
              <a:tabLst>
                <a:tab pos="894715" algn="l"/>
                <a:tab pos="895350" algn="l"/>
              </a:tabLst>
            </a:pPr>
            <a:r>
              <a:rPr dirty="0" baseline="1406" sz="5925" spc="-37">
                <a:solidFill>
                  <a:srgbClr val="2F2F2F"/>
                </a:solidFill>
                <a:latin typeface="나눔고딕"/>
                <a:cs typeface="나눔고딕"/>
              </a:rPr>
              <a:t>자동화</a:t>
            </a:r>
            <a:endParaRPr baseline="1406" sz="5925">
              <a:latin typeface="나눔고딕"/>
              <a:cs typeface="나눔고딕"/>
            </a:endParaRPr>
          </a:p>
          <a:p>
            <a:pPr marL="894715" indent="-882650">
              <a:lnSpc>
                <a:spcPct val="100000"/>
              </a:lnSpc>
              <a:spcBef>
                <a:spcPts val="3809"/>
              </a:spcBef>
              <a:buSzPct val="86075"/>
              <a:buFont typeface="HY"/>
              <a:buAutoNum type="arabicPeriod" startAt="2"/>
              <a:tabLst>
                <a:tab pos="894715" algn="l"/>
                <a:tab pos="895350" algn="l"/>
              </a:tabLst>
            </a:pPr>
            <a:r>
              <a:rPr dirty="0" sz="3950" spc="-285">
                <a:solidFill>
                  <a:srgbClr val="2F2F2F"/>
                </a:solidFill>
                <a:latin typeface="나눔고딕"/>
                <a:cs typeface="나눔고딕"/>
              </a:rPr>
              <a:t>기대효과</a:t>
            </a:r>
            <a:endParaRPr sz="3950">
              <a:latin typeface="나눔고딕"/>
              <a:cs typeface="나눔고딕"/>
            </a:endParaRPr>
          </a:p>
          <a:p>
            <a:pPr marL="894715" indent="-882650">
              <a:lnSpc>
                <a:spcPct val="100000"/>
              </a:lnSpc>
              <a:spcBef>
                <a:spcPts val="3884"/>
              </a:spcBef>
              <a:buSzPct val="86075"/>
              <a:buFont typeface="HY"/>
              <a:buAutoNum type="arabicPeriod" startAt="2"/>
              <a:tabLst>
                <a:tab pos="894715" algn="l"/>
                <a:tab pos="895350" algn="l"/>
              </a:tabLst>
            </a:pPr>
            <a:r>
              <a:rPr dirty="0" sz="3950" spc="-220">
                <a:solidFill>
                  <a:srgbClr val="2F2F2F"/>
                </a:solidFill>
                <a:latin typeface="나눔고딕"/>
                <a:cs typeface="나눔고딕"/>
              </a:rPr>
              <a:t>향후</a:t>
            </a:r>
            <a:r>
              <a:rPr dirty="0" sz="3950" spc="-3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950" spc="-25">
                <a:solidFill>
                  <a:srgbClr val="2F2F2F"/>
                </a:solidFill>
                <a:latin typeface="나눔고딕"/>
                <a:cs typeface="나눔고딕"/>
              </a:rPr>
              <a:t>확장</a:t>
            </a:r>
            <a:endParaRPr sz="3950">
              <a:latin typeface="나눔고딕"/>
              <a:cs typeface="나눔고딕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785520" y="1720191"/>
            <a:ext cx="278955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50" spc="-265">
                <a:solidFill>
                  <a:srgbClr val="2F2F2F"/>
                </a:solidFill>
                <a:latin typeface="나눔고딕"/>
                <a:cs typeface="나눔고딕"/>
              </a:rPr>
              <a:t>프로젝트</a:t>
            </a:r>
            <a:r>
              <a:rPr dirty="0" sz="3950" spc="-35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950" spc="-90">
                <a:solidFill>
                  <a:srgbClr val="2F2F2F"/>
                </a:solidFill>
                <a:latin typeface="나눔고딕"/>
                <a:cs typeface="나눔고딕"/>
              </a:rPr>
              <a:t>소개</a:t>
            </a:r>
            <a:endParaRPr sz="3950">
              <a:latin typeface="나눔고딕"/>
              <a:cs typeface="나눔고딕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F2F2F"/>
                </a:solidFill>
                <a:latin typeface="HY목각파임B"/>
                <a:cs typeface="HY목각파임B"/>
              </a:rPr>
              <a:t>LRS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145">
                <a:solidFill>
                  <a:srgbClr val="2F2F2F"/>
                </a:solidFill>
                <a:latin typeface="HY목각파임B"/>
                <a:cs typeface="HY목각파임B"/>
              </a:rPr>
              <a:t>5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HY목각파임B"/>
                <a:cs typeface="HY목각파임B"/>
              </a:rPr>
              <a:t>TEAM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90">
                <a:solidFill>
                  <a:srgbClr val="2F2F2F"/>
                </a:solidFill>
                <a:latin typeface="HY목각파임B"/>
                <a:cs typeface="HY목각파임B"/>
              </a:rPr>
              <a:t>LEXUS</a:t>
            </a:r>
            <a:endParaRPr sz="1200">
              <a:latin typeface="HY목각파임B"/>
              <a:cs typeface="HY목각파임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204921" y="2510000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578303" y="600959"/>
                </a:moveTo>
                <a:lnTo>
                  <a:pt x="22664" y="600959"/>
                </a:lnTo>
                <a:lnTo>
                  <a:pt x="19331" y="600296"/>
                </a:lnTo>
                <a:lnTo>
                  <a:pt x="0" y="578295"/>
                </a:lnTo>
                <a:lnTo>
                  <a:pt x="0" y="127171"/>
                </a:lnTo>
                <a:lnTo>
                  <a:pt x="169838" y="104507"/>
                </a:lnTo>
                <a:lnTo>
                  <a:pt x="169847" y="94351"/>
                </a:lnTo>
                <a:lnTo>
                  <a:pt x="180101" y="56231"/>
                </a:lnTo>
                <a:lnTo>
                  <a:pt x="204142" y="24921"/>
                </a:lnTo>
                <a:lnTo>
                  <a:pt x="238323" y="5173"/>
                </a:lnTo>
                <a:lnTo>
                  <a:pt x="264198" y="0"/>
                </a:lnTo>
                <a:lnTo>
                  <a:pt x="336769" y="0"/>
                </a:lnTo>
                <a:lnTo>
                  <a:pt x="374889" y="10254"/>
                </a:lnTo>
                <a:lnTo>
                  <a:pt x="406199" y="34295"/>
                </a:lnTo>
                <a:lnTo>
                  <a:pt x="418735" y="52249"/>
                </a:lnTo>
                <a:lnTo>
                  <a:pt x="264370" y="52266"/>
                </a:lnTo>
                <a:lnTo>
                  <a:pt x="258161" y="53514"/>
                </a:lnTo>
                <a:lnTo>
                  <a:pt x="223362" y="88313"/>
                </a:lnTo>
                <a:lnTo>
                  <a:pt x="222096" y="104507"/>
                </a:lnTo>
                <a:lnTo>
                  <a:pt x="578303" y="104507"/>
                </a:lnTo>
                <a:lnTo>
                  <a:pt x="581636" y="105170"/>
                </a:lnTo>
                <a:lnTo>
                  <a:pt x="600967" y="127171"/>
                </a:lnTo>
                <a:lnTo>
                  <a:pt x="600967" y="156765"/>
                </a:lnTo>
                <a:lnTo>
                  <a:pt x="52258" y="156765"/>
                </a:lnTo>
                <a:lnTo>
                  <a:pt x="52258" y="300475"/>
                </a:lnTo>
                <a:lnTo>
                  <a:pt x="287419" y="300475"/>
                </a:lnTo>
                <a:lnTo>
                  <a:pt x="287419" y="352733"/>
                </a:lnTo>
                <a:lnTo>
                  <a:pt x="52258" y="352733"/>
                </a:lnTo>
                <a:lnTo>
                  <a:pt x="52258" y="548701"/>
                </a:lnTo>
                <a:lnTo>
                  <a:pt x="600967" y="548701"/>
                </a:lnTo>
                <a:lnTo>
                  <a:pt x="600967" y="578295"/>
                </a:lnTo>
                <a:lnTo>
                  <a:pt x="581636" y="600296"/>
                </a:lnTo>
                <a:lnTo>
                  <a:pt x="578303" y="600959"/>
                </a:lnTo>
                <a:close/>
              </a:path>
              <a:path w="601345" h="601344">
                <a:moveTo>
                  <a:pt x="431129" y="104507"/>
                </a:moveTo>
                <a:lnTo>
                  <a:pt x="378871" y="104507"/>
                </a:lnTo>
                <a:lnTo>
                  <a:pt x="378821" y="94351"/>
                </a:lnTo>
                <a:lnTo>
                  <a:pt x="377601" y="88292"/>
                </a:lnTo>
                <a:lnTo>
                  <a:pt x="342700" y="53485"/>
                </a:lnTo>
                <a:lnTo>
                  <a:pt x="336477" y="52249"/>
                </a:lnTo>
                <a:lnTo>
                  <a:pt x="418735" y="52249"/>
                </a:lnTo>
                <a:lnTo>
                  <a:pt x="431120" y="94351"/>
                </a:lnTo>
                <a:lnTo>
                  <a:pt x="431129" y="104507"/>
                </a:lnTo>
                <a:close/>
              </a:path>
              <a:path w="601345" h="601344">
                <a:moveTo>
                  <a:pt x="600967" y="548701"/>
                </a:moveTo>
                <a:lnTo>
                  <a:pt x="548709" y="548701"/>
                </a:lnTo>
                <a:lnTo>
                  <a:pt x="548709" y="352733"/>
                </a:lnTo>
                <a:lnTo>
                  <a:pt x="313548" y="352733"/>
                </a:lnTo>
                <a:lnTo>
                  <a:pt x="313548" y="300475"/>
                </a:lnTo>
                <a:lnTo>
                  <a:pt x="548709" y="300475"/>
                </a:lnTo>
                <a:lnTo>
                  <a:pt x="548709" y="156765"/>
                </a:lnTo>
                <a:lnTo>
                  <a:pt x="600967" y="156765"/>
                </a:lnTo>
                <a:lnTo>
                  <a:pt x="600967" y="548701"/>
                </a:lnTo>
                <a:close/>
              </a:path>
              <a:path w="601345" h="601344">
                <a:moveTo>
                  <a:pt x="365806" y="300475"/>
                </a:moveTo>
                <a:lnTo>
                  <a:pt x="235161" y="300475"/>
                </a:lnTo>
                <a:lnTo>
                  <a:pt x="235161" y="270881"/>
                </a:lnTo>
                <a:lnTo>
                  <a:pt x="257825" y="248217"/>
                </a:lnTo>
                <a:lnTo>
                  <a:pt x="343142" y="248217"/>
                </a:lnTo>
                <a:lnTo>
                  <a:pt x="365806" y="300475"/>
                </a:lnTo>
                <a:close/>
              </a:path>
              <a:path w="601345" h="601344">
                <a:moveTo>
                  <a:pt x="343142" y="404991"/>
                </a:moveTo>
                <a:lnTo>
                  <a:pt x="257825" y="404991"/>
                </a:lnTo>
                <a:lnTo>
                  <a:pt x="254492" y="404328"/>
                </a:lnTo>
                <a:lnTo>
                  <a:pt x="235161" y="382327"/>
                </a:lnTo>
                <a:lnTo>
                  <a:pt x="235161" y="352733"/>
                </a:lnTo>
                <a:lnTo>
                  <a:pt x="365806" y="352733"/>
                </a:lnTo>
                <a:lnTo>
                  <a:pt x="365806" y="382327"/>
                </a:lnTo>
                <a:lnTo>
                  <a:pt x="343142" y="404991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30245" y="1639310"/>
            <a:ext cx="8289290" cy="33655"/>
          </a:xfrm>
          <a:custGeom>
            <a:avLst/>
            <a:gdLst/>
            <a:ahLst/>
            <a:cxnLst/>
            <a:rect l="l" t="t" r="r" b="b"/>
            <a:pathLst>
              <a:path w="8289290" h="33655">
                <a:moveTo>
                  <a:pt x="0" y="33337"/>
                </a:moveTo>
                <a:lnTo>
                  <a:pt x="8288766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0671" y="2848615"/>
            <a:ext cx="10067924" cy="61150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5490" y="373703"/>
            <a:ext cx="786066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9725" algn="l"/>
              </a:tabLst>
            </a:pPr>
            <a:r>
              <a:rPr dirty="0" spc="470"/>
              <a:t>01</a:t>
            </a:r>
            <a:r>
              <a:rPr dirty="0"/>
              <a:t>	</a:t>
            </a:r>
            <a:r>
              <a:rPr dirty="0" spc="80"/>
              <a:t>프로젝트</a:t>
            </a:r>
            <a:r>
              <a:rPr dirty="0" spc="-280"/>
              <a:t> </a:t>
            </a:r>
            <a:r>
              <a:rPr dirty="0" spc="155"/>
              <a:t>소개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58429" y="2292989"/>
            <a:ext cx="6664325" cy="2926080"/>
          </a:xfrm>
          <a:prstGeom prst="rect">
            <a:avLst/>
          </a:prstGeom>
        </p:spPr>
        <p:txBody>
          <a:bodyPr wrap="square" lIns="0" tIns="280035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2205"/>
              </a:spcBef>
            </a:pPr>
            <a:r>
              <a:rPr dirty="0" sz="3600" spc="80">
                <a:solidFill>
                  <a:srgbClr val="2F2F2F"/>
                </a:solidFill>
                <a:latin typeface="Noto Serif KR"/>
                <a:cs typeface="Noto Serif KR"/>
              </a:rPr>
              <a:t>도입</a:t>
            </a:r>
            <a:r>
              <a:rPr dirty="0" sz="3600" spc="-12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3600" spc="55">
                <a:solidFill>
                  <a:srgbClr val="2F2F2F"/>
                </a:solidFill>
                <a:latin typeface="Noto Serif KR"/>
                <a:cs typeface="Noto Serif KR"/>
              </a:rPr>
              <a:t>목적</a:t>
            </a:r>
            <a:endParaRPr sz="3600">
              <a:latin typeface="Noto Serif KR"/>
              <a:cs typeface="Noto Serif KR"/>
            </a:endParaRPr>
          </a:p>
          <a:p>
            <a:pPr marL="12700" marR="5080">
              <a:lnSpc>
                <a:spcPct val="142000"/>
              </a:lnSpc>
              <a:spcBef>
                <a:spcPts val="305"/>
              </a:spcBef>
            </a:pPr>
            <a:r>
              <a:rPr dirty="0" sz="3150" spc="-120">
                <a:solidFill>
                  <a:srgbClr val="2F2F2F"/>
                </a:solidFill>
                <a:latin typeface="나눔고딕"/>
                <a:cs typeface="나눔고딕"/>
              </a:rPr>
              <a:t>AI로</a:t>
            </a:r>
            <a:r>
              <a:rPr dirty="0" sz="3150" spc="-13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114">
                <a:solidFill>
                  <a:srgbClr val="2F2F2F"/>
                </a:solidFill>
                <a:latin typeface="나눔고딕"/>
                <a:cs typeface="나눔고딕"/>
              </a:rPr>
              <a:t>여러</a:t>
            </a:r>
            <a:r>
              <a:rPr dirty="0" sz="315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140">
                <a:solidFill>
                  <a:srgbClr val="2F2F2F"/>
                </a:solidFill>
                <a:latin typeface="나눔고딕"/>
                <a:cs typeface="나눔고딕"/>
              </a:rPr>
              <a:t>플랫폼에</a:t>
            </a:r>
            <a:r>
              <a:rPr dirty="0" sz="315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135">
                <a:solidFill>
                  <a:srgbClr val="2F2F2F"/>
                </a:solidFill>
                <a:latin typeface="나눔고딕"/>
                <a:cs typeface="나눔고딕"/>
              </a:rPr>
              <a:t>흩어진 공모전 </a:t>
            </a:r>
            <a:r>
              <a:rPr dirty="0" sz="3150" spc="-25">
                <a:solidFill>
                  <a:srgbClr val="2F2F2F"/>
                </a:solidFill>
                <a:latin typeface="나눔고딕"/>
                <a:cs typeface="나눔고딕"/>
              </a:rPr>
              <a:t>정보를 </a:t>
            </a:r>
            <a:r>
              <a:rPr dirty="0" sz="3150" spc="-140">
                <a:solidFill>
                  <a:srgbClr val="2F2F2F"/>
                </a:solidFill>
                <a:latin typeface="나눔고딕"/>
                <a:cs typeface="나눔고딕"/>
              </a:rPr>
              <a:t>자동으로</a:t>
            </a:r>
            <a:r>
              <a:rPr dirty="0" sz="315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65">
                <a:solidFill>
                  <a:srgbClr val="2F2F2F"/>
                </a:solidFill>
                <a:latin typeface="나눔고딕"/>
                <a:cs typeface="나눔고딕"/>
              </a:rPr>
              <a:t>수집·분석하여</a:t>
            </a:r>
            <a:r>
              <a:rPr dirty="0" sz="315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135">
                <a:solidFill>
                  <a:srgbClr val="2F2F2F"/>
                </a:solidFill>
                <a:latin typeface="나눔고딕"/>
                <a:cs typeface="나눔고딕"/>
              </a:rPr>
              <a:t>맞춤형</a:t>
            </a:r>
            <a:r>
              <a:rPr dirty="0" sz="315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25">
                <a:solidFill>
                  <a:srgbClr val="2F2F2F"/>
                </a:solidFill>
                <a:latin typeface="나눔고딕"/>
                <a:cs typeface="나눔고딕"/>
              </a:rPr>
              <a:t>공모전 </a:t>
            </a:r>
            <a:r>
              <a:rPr dirty="0" sz="3150" spc="-114">
                <a:solidFill>
                  <a:srgbClr val="2F2F2F"/>
                </a:solidFill>
                <a:latin typeface="나눔고딕"/>
                <a:cs typeface="나눔고딕"/>
              </a:rPr>
              <a:t>추천</a:t>
            </a:r>
            <a:r>
              <a:rPr dirty="0" sz="3150" spc="-15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>
                <a:solidFill>
                  <a:srgbClr val="2F2F2F"/>
                </a:solidFill>
                <a:latin typeface="나눔고딕"/>
                <a:cs typeface="나눔고딕"/>
              </a:rPr>
              <a:t>및</a:t>
            </a:r>
            <a:r>
              <a:rPr dirty="0" sz="3150" spc="-15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114">
                <a:solidFill>
                  <a:srgbClr val="2F2F2F"/>
                </a:solidFill>
                <a:latin typeface="나눔고딕"/>
                <a:cs typeface="나눔고딕"/>
              </a:rPr>
              <a:t>일정</a:t>
            </a:r>
            <a:r>
              <a:rPr dirty="0" sz="3150" spc="-15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114">
                <a:solidFill>
                  <a:srgbClr val="2F2F2F"/>
                </a:solidFill>
                <a:latin typeface="나눔고딕"/>
                <a:cs typeface="나눔고딕"/>
              </a:rPr>
              <a:t>관리</a:t>
            </a:r>
            <a:r>
              <a:rPr dirty="0" sz="3150" spc="-15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114">
                <a:solidFill>
                  <a:srgbClr val="2F2F2F"/>
                </a:solidFill>
                <a:latin typeface="나눔고딕"/>
                <a:cs typeface="나눔고딕"/>
              </a:rPr>
              <a:t>지원</a:t>
            </a:r>
            <a:r>
              <a:rPr dirty="0" sz="3150" spc="-15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135">
                <a:solidFill>
                  <a:srgbClr val="2F2F2F"/>
                </a:solidFill>
                <a:latin typeface="나눔고딕"/>
                <a:cs typeface="나눔고딕"/>
              </a:rPr>
              <a:t>서비스</a:t>
            </a:r>
            <a:r>
              <a:rPr dirty="0" sz="3150" spc="-15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150" spc="-25">
                <a:solidFill>
                  <a:srgbClr val="2F2F2F"/>
                </a:solidFill>
                <a:latin typeface="나눔고딕"/>
                <a:cs typeface="나눔고딕"/>
              </a:rPr>
              <a:t>구현</a:t>
            </a:r>
            <a:endParaRPr sz="3150">
              <a:latin typeface="나눔고딕"/>
              <a:cs typeface="나눔고딕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F2F2F"/>
                </a:solidFill>
                <a:latin typeface="HY목각파임B"/>
                <a:cs typeface="HY목각파임B"/>
              </a:rPr>
              <a:t>LRS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145">
                <a:solidFill>
                  <a:srgbClr val="2F2F2F"/>
                </a:solidFill>
                <a:latin typeface="HY목각파임B"/>
                <a:cs typeface="HY목각파임B"/>
              </a:rPr>
              <a:t>5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HY목각파임B"/>
                <a:cs typeface="HY목각파임B"/>
              </a:rPr>
              <a:t>TEAM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90">
                <a:solidFill>
                  <a:srgbClr val="2F2F2F"/>
                </a:solidFill>
                <a:latin typeface="HY목각파임B"/>
                <a:cs typeface="HY목각파임B"/>
              </a:rPr>
              <a:t>LEXUS</a:t>
            </a:r>
            <a:endParaRPr sz="1200">
              <a:latin typeface="HY목각파임B"/>
              <a:cs typeface="HY목각파임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0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LRS</a:t>
            </a:r>
            <a:r>
              <a:rPr dirty="0" sz="1200" spc="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20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5</a:t>
            </a:r>
            <a:r>
              <a:rPr dirty="0" sz="1200" spc="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200" spc="5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TEAM</a:t>
            </a:r>
            <a:r>
              <a:rPr dirty="0" sz="1200" spc="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200" spc="6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LEXUS</a:t>
            </a:r>
            <a:endParaRPr sz="1200">
              <a:latin typeface="한컴 말랑말랑 Regular"/>
              <a:cs typeface="한컴 말랑말랑 Regular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4174818"/>
            <a:ext cx="123825" cy="1238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4860618"/>
            <a:ext cx="123825" cy="1238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5546418"/>
            <a:ext cx="123825" cy="123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6232218"/>
            <a:ext cx="123825" cy="1238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6918018"/>
            <a:ext cx="123825" cy="1238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7603818"/>
            <a:ext cx="123825" cy="1238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24043" y="2569130"/>
            <a:ext cx="7285990" cy="5309870"/>
          </a:xfrm>
          <a:prstGeom prst="rect">
            <a:avLst/>
          </a:prstGeom>
        </p:spPr>
        <p:txBody>
          <a:bodyPr wrap="square" lIns="0" tIns="339725" rIns="0" bIns="0" rtlCol="0" vert="horz">
            <a:spAutoFit/>
          </a:bodyPr>
          <a:lstStyle/>
          <a:p>
            <a:pPr algn="ctr" marR="120014">
              <a:lnSpc>
                <a:spcPct val="100000"/>
              </a:lnSpc>
              <a:spcBef>
                <a:spcPts val="2675"/>
              </a:spcBef>
            </a:pPr>
            <a:r>
              <a:rPr dirty="0" sz="5600" spc="55">
                <a:solidFill>
                  <a:srgbClr val="2F2F2F"/>
                </a:solidFill>
                <a:latin typeface="Noto Serif KR"/>
                <a:cs typeface="Noto Serif KR"/>
              </a:rPr>
              <a:t>문제점</a:t>
            </a:r>
            <a:endParaRPr sz="5600">
              <a:latin typeface="Noto Serif KR"/>
              <a:cs typeface="Noto Serif KR"/>
            </a:endParaRPr>
          </a:p>
          <a:p>
            <a:pPr marL="118110">
              <a:lnSpc>
                <a:spcPct val="100000"/>
              </a:lnSpc>
              <a:spcBef>
                <a:spcPts val="1470"/>
              </a:spcBef>
            </a:pP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공모전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80">
                <a:solidFill>
                  <a:srgbClr val="2F2F2F"/>
                </a:solidFill>
                <a:latin typeface="나눔고딕"/>
                <a:cs typeface="나눔고딕"/>
              </a:rPr>
              <a:t>정보분산으로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인한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탐색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25">
                <a:solidFill>
                  <a:srgbClr val="2F2F2F"/>
                </a:solidFill>
                <a:latin typeface="나눔고딕"/>
                <a:cs typeface="나눔고딕"/>
              </a:rPr>
              <a:t>비효율</a:t>
            </a:r>
            <a:endParaRPr sz="3200">
              <a:latin typeface="나눔고딕"/>
              <a:cs typeface="나눔고딕"/>
            </a:endParaRPr>
          </a:p>
          <a:p>
            <a:pPr marL="12700" marR="5080" indent="105410">
              <a:lnSpc>
                <a:spcPct val="140600"/>
              </a:lnSpc>
              <a:spcBef>
                <a:spcPts val="5"/>
              </a:spcBef>
            </a:pP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수동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75">
                <a:solidFill>
                  <a:srgbClr val="2F2F2F"/>
                </a:solidFill>
                <a:latin typeface="나눔고딕"/>
                <a:cs typeface="나눔고딕"/>
              </a:rPr>
              <a:t>확인으로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인한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정보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확인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과정의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25">
                <a:solidFill>
                  <a:srgbClr val="2F2F2F"/>
                </a:solidFill>
                <a:latin typeface="나눔고딕"/>
                <a:cs typeface="나눔고딕"/>
              </a:rPr>
              <a:t>비효율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모집 기간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00">
                <a:solidFill>
                  <a:srgbClr val="2F2F2F"/>
                </a:solidFill>
                <a:latin typeface="나눔고딕"/>
                <a:cs typeface="나눔고딕"/>
              </a:rPr>
              <a:t>및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마감일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 개별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관리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25">
                <a:solidFill>
                  <a:srgbClr val="2F2F2F"/>
                </a:solidFill>
                <a:latin typeface="나눔고딕"/>
                <a:cs typeface="나눔고딕"/>
              </a:rPr>
              <a:t>필요</a:t>
            </a:r>
            <a:endParaRPr sz="3200">
              <a:latin typeface="나눔고딕"/>
              <a:cs typeface="나눔고딕"/>
            </a:endParaRPr>
          </a:p>
          <a:p>
            <a:pPr marL="12700" marR="1301115">
              <a:lnSpc>
                <a:spcPct val="140600"/>
              </a:lnSpc>
            </a:pP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분야별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공고를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탐색에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많은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시간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25">
                <a:solidFill>
                  <a:srgbClr val="2F2F2F"/>
                </a:solidFill>
                <a:latin typeface="나눔고딕"/>
                <a:cs typeface="나눔고딕"/>
              </a:rPr>
              <a:t>소요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검색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키워드</a:t>
            </a:r>
            <a:r>
              <a:rPr dirty="0" sz="3200" spc="-14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의존도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25">
                <a:solidFill>
                  <a:srgbClr val="2F2F2F"/>
                </a:solidFill>
                <a:latin typeface="나눔고딕"/>
                <a:cs typeface="나눔고딕"/>
              </a:rPr>
              <a:t>발생</a:t>
            </a:r>
            <a:endParaRPr sz="3200">
              <a:latin typeface="나눔고딕"/>
              <a:cs typeface="나눔고딕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공고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핵심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65">
                <a:solidFill>
                  <a:srgbClr val="2F2F2F"/>
                </a:solidFill>
                <a:latin typeface="나눔고딕"/>
                <a:cs typeface="나눔고딕"/>
              </a:rPr>
              <a:t>키워드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150">
                <a:solidFill>
                  <a:srgbClr val="2F2F2F"/>
                </a:solidFill>
                <a:latin typeface="나눔고딕"/>
                <a:cs typeface="나눔고딕"/>
              </a:rPr>
              <a:t>파악</a:t>
            </a:r>
            <a:r>
              <a:rPr dirty="0" sz="3200" spc="-14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3200" spc="-25">
                <a:solidFill>
                  <a:srgbClr val="2F2F2F"/>
                </a:solidFill>
                <a:latin typeface="나눔고딕"/>
                <a:cs typeface="나눔고딕"/>
              </a:rPr>
              <a:t>지연</a:t>
            </a:r>
            <a:endParaRPr sz="3200">
              <a:latin typeface="나눔고딕"/>
              <a:cs typeface="나눔고딕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51670" y="8390196"/>
            <a:ext cx="820356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19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출처</a:t>
            </a:r>
            <a:r>
              <a:rPr dirty="0" sz="1750" spc="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750" spc="24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:</a:t>
            </a:r>
            <a:r>
              <a:rPr dirty="0" sz="1750" spc="1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750" spc="6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&lt;2024</a:t>
            </a:r>
            <a:r>
              <a:rPr dirty="0" sz="1750" spc="1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750" spc="10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OUTCAMPUSTREND</a:t>
            </a:r>
            <a:r>
              <a:rPr dirty="0" sz="1750" spc="1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750" spc="15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REPORT&gt;,</a:t>
            </a:r>
            <a:r>
              <a:rPr dirty="0" sz="1750" spc="1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750" spc="125">
                <a:solidFill>
                  <a:srgbClr val="2F2F2F"/>
                </a:solidFill>
                <a:latin typeface="한컴 말랑말랑 Regular"/>
                <a:cs typeface="한컴 말랑말랑 Regular"/>
              </a:rPr>
              <a:t>대학내일20대연구소,</a:t>
            </a:r>
            <a:r>
              <a:rPr dirty="0" sz="1750" spc="1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 </a:t>
            </a:r>
            <a:r>
              <a:rPr dirty="0" sz="1750" spc="-10">
                <a:solidFill>
                  <a:srgbClr val="2F2F2F"/>
                </a:solidFill>
                <a:latin typeface="한컴 말랑말랑 Regular"/>
                <a:cs typeface="한컴 말랑말랑 Regular"/>
              </a:rPr>
              <a:t>2024.03.14</a:t>
            </a:r>
            <a:endParaRPr sz="1750">
              <a:latin typeface="한컴 말랑말랑 Regular"/>
              <a:cs typeface="한컴 말랑말랑 Regular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39944" y="2688363"/>
            <a:ext cx="7606665" cy="0"/>
          </a:xfrm>
          <a:custGeom>
            <a:avLst/>
            <a:gdLst/>
            <a:ahLst/>
            <a:cxnLst/>
            <a:rect l="l" t="t" r="r" b="b"/>
            <a:pathLst>
              <a:path w="7606665" h="0">
                <a:moveTo>
                  <a:pt x="0" y="0"/>
                </a:moveTo>
                <a:lnTo>
                  <a:pt x="7606280" y="0"/>
                </a:lnTo>
              </a:path>
            </a:pathLst>
          </a:custGeom>
          <a:ln w="5714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330245" y="1639310"/>
            <a:ext cx="16180435" cy="6518275"/>
            <a:chOff x="330245" y="1639310"/>
            <a:chExt cx="16180435" cy="6518275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30972" y="1672647"/>
              <a:ext cx="6979686" cy="6484341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30245" y="1672647"/>
              <a:ext cx="10354310" cy="0"/>
            </a:xfrm>
            <a:custGeom>
              <a:avLst/>
              <a:gdLst/>
              <a:ahLst/>
              <a:cxnLst/>
              <a:rect l="l" t="t" r="r" b="b"/>
              <a:pathLst>
                <a:path w="10354310" h="0">
                  <a:moveTo>
                    <a:pt x="0" y="0"/>
                  </a:moveTo>
                  <a:lnTo>
                    <a:pt x="10353997" y="0"/>
                  </a:lnTo>
                </a:path>
              </a:pathLst>
            </a:custGeom>
            <a:ln w="66674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5015" y="373703"/>
            <a:ext cx="1001141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35"/>
              <a:t>02</a:t>
            </a:r>
            <a:r>
              <a:rPr dirty="0" spc="-885"/>
              <a:t> </a:t>
            </a:r>
            <a:r>
              <a:rPr dirty="0" spc="114"/>
              <a:t>문제점</a:t>
            </a:r>
            <a:r>
              <a:rPr dirty="0" spc="-285"/>
              <a:t> </a:t>
            </a:r>
            <a:r>
              <a:rPr dirty="0" spc="385"/>
              <a:t>및</a:t>
            </a:r>
            <a:r>
              <a:rPr dirty="0" spc="-280"/>
              <a:t> </a:t>
            </a:r>
            <a:r>
              <a:rPr dirty="0" spc="60">
                <a:solidFill>
                  <a:srgbClr val="898A8A"/>
                </a:solidFill>
              </a:rPr>
              <a:t>해결방안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F2F2F"/>
                </a:solidFill>
                <a:latin typeface="HY목각파임B"/>
                <a:cs typeface="HY목각파임B"/>
              </a:rPr>
              <a:t>LRS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145">
                <a:solidFill>
                  <a:srgbClr val="2F2F2F"/>
                </a:solidFill>
                <a:latin typeface="HY목각파임B"/>
                <a:cs typeface="HY목각파임B"/>
              </a:rPr>
              <a:t>5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HY목각파임B"/>
                <a:cs typeface="HY목각파임B"/>
              </a:rPr>
              <a:t>TEAM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90">
                <a:solidFill>
                  <a:srgbClr val="2F2F2F"/>
                </a:solidFill>
                <a:latin typeface="HY목각파임B"/>
                <a:cs typeface="HY목각파임B"/>
              </a:rPr>
              <a:t>LEXUS</a:t>
            </a:r>
            <a:endParaRPr sz="1200">
              <a:latin typeface="HY목각파임B"/>
              <a:cs typeface="HY목각파임B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4174818"/>
            <a:ext cx="123825" cy="1238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4860618"/>
            <a:ext cx="123825" cy="1238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5546418"/>
            <a:ext cx="123825" cy="123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6918018"/>
            <a:ext cx="123825" cy="1238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3098" y="6765618"/>
            <a:ext cx="317500" cy="3810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7603818"/>
            <a:ext cx="123825" cy="1238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4238" y="7451418"/>
            <a:ext cx="317500" cy="381000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9725" rIns="0" bIns="0" rtlCol="0" vert="horz">
            <a:spAutoFit/>
          </a:bodyPr>
          <a:lstStyle/>
          <a:p>
            <a:pPr algn="ctr" marR="1099185">
              <a:lnSpc>
                <a:spcPct val="100000"/>
              </a:lnSpc>
              <a:spcBef>
                <a:spcPts val="2675"/>
              </a:spcBef>
            </a:pPr>
            <a:r>
              <a:rPr dirty="0" spc="35"/>
              <a:t>해결방안</a:t>
            </a:r>
          </a:p>
          <a:p>
            <a:pPr marL="12700" marR="1200150">
              <a:lnSpc>
                <a:spcPts val="5400"/>
              </a:lnSpc>
              <a:spcBef>
                <a:spcPts val="350"/>
              </a:spcBef>
            </a:pPr>
            <a:r>
              <a:rPr dirty="0" sz="3200" spc="-165">
                <a:latin typeface="나눔고딕"/>
                <a:cs typeface="나눔고딕"/>
              </a:rPr>
              <a:t>공모전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175">
                <a:latin typeface="나눔고딕"/>
                <a:cs typeface="나눔고딕"/>
              </a:rPr>
              <a:t>사이트를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110">
                <a:latin typeface="나눔고딕"/>
                <a:cs typeface="나눔고딕"/>
              </a:rPr>
              <a:t>AI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125">
                <a:latin typeface="나눔고딕"/>
                <a:cs typeface="나눔고딕"/>
              </a:rPr>
              <a:t>Agent가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175">
                <a:latin typeface="나눔고딕"/>
                <a:cs typeface="나눔고딕"/>
              </a:rPr>
              <a:t>자동으로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25">
                <a:latin typeface="나눔고딕"/>
                <a:cs typeface="나눔고딕"/>
              </a:rPr>
              <a:t>수집 </a:t>
            </a:r>
            <a:r>
              <a:rPr dirty="0" sz="3200" spc="-150">
                <a:latin typeface="나눔고딕"/>
                <a:cs typeface="나눔고딕"/>
              </a:rPr>
              <a:t>매일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165">
                <a:latin typeface="나눔고딕"/>
                <a:cs typeface="나눔고딕"/>
              </a:rPr>
              <a:t>정해진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165">
                <a:latin typeface="나눔고딕"/>
                <a:cs typeface="나눔고딕"/>
              </a:rPr>
              <a:t>시간에</a:t>
            </a:r>
            <a:r>
              <a:rPr dirty="0" sz="3200" spc="-140">
                <a:latin typeface="나눔고딕"/>
                <a:cs typeface="나눔고딕"/>
              </a:rPr>
              <a:t> </a:t>
            </a:r>
            <a:r>
              <a:rPr dirty="0" sz="3200" spc="-165">
                <a:latin typeface="나눔고딕"/>
                <a:cs typeface="나눔고딕"/>
              </a:rPr>
              <a:t>새로운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150">
                <a:latin typeface="나눔고딕"/>
                <a:cs typeface="나눔고딕"/>
              </a:rPr>
              <a:t>공고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150">
                <a:latin typeface="나눔고딕"/>
                <a:cs typeface="나눔고딕"/>
              </a:rPr>
              <a:t>자동</a:t>
            </a:r>
            <a:r>
              <a:rPr dirty="0" sz="3200" spc="-140">
                <a:latin typeface="나눔고딕"/>
                <a:cs typeface="나눔고딕"/>
              </a:rPr>
              <a:t> </a:t>
            </a:r>
            <a:r>
              <a:rPr dirty="0" sz="3200" spc="-25">
                <a:latin typeface="나눔고딕"/>
                <a:cs typeface="나눔고딕"/>
              </a:rPr>
              <a:t>탐색 </a:t>
            </a:r>
            <a:r>
              <a:rPr dirty="0" sz="3200" spc="-165">
                <a:latin typeface="나눔고딕"/>
                <a:cs typeface="나눔고딕"/>
              </a:rPr>
              <a:t>공고의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150">
                <a:latin typeface="나눔고딕"/>
                <a:cs typeface="나눔고딕"/>
              </a:rPr>
              <a:t>모집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185">
                <a:latin typeface="나눔고딕"/>
                <a:cs typeface="나눔고딕"/>
              </a:rPr>
              <a:t>기간,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185">
                <a:latin typeface="나눔고딕"/>
                <a:cs typeface="나눔고딕"/>
              </a:rPr>
              <a:t>마감일,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45">
                <a:latin typeface="나눔고딕"/>
                <a:cs typeface="나눔고딕"/>
              </a:rPr>
              <a:t>URL을</a:t>
            </a:r>
            <a:r>
              <a:rPr dirty="0" sz="3200" spc="-140">
                <a:latin typeface="나눔고딕"/>
                <a:cs typeface="나눔고딕"/>
              </a:rPr>
              <a:t> </a:t>
            </a:r>
            <a:r>
              <a:rPr dirty="0" sz="3200" spc="-20">
                <a:latin typeface="나눔고딕"/>
                <a:cs typeface="나눔고딕"/>
              </a:rPr>
              <a:t>추출하여 </a:t>
            </a:r>
            <a:r>
              <a:rPr dirty="0" sz="3200" spc="-125">
                <a:latin typeface="나눔고딕"/>
                <a:cs typeface="나눔고딕"/>
              </a:rPr>
              <a:t>Goolgle</a:t>
            </a:r>
            <a:r>
              <a:rPr dirty="0" sz="3200" spc="-114">
                <a:latin typeface="나눔고딕"/>
                <a:cs typeface="나눔고딕"/>
              </a:rPr>
              <a:t> </a:t>
            </a:r>
            <a:r>
              <a:rPr dirty="0" sz="3200" spc="-100">
                <a:latin typeface="나눔고딕"/>
                <a:cs typeface="나눔고딕"/>
              </a:rPr>
              <a:t>Calendar에</a:t>
            </a:r>
            <a:r>
              <a:rPr dirty="0" sz="3200" spc="-114">
                <a:latin typeface="나눔고딕"/>
                <a:cs typeface="나눔고딕"/>
              </a:rPr>
              <a:t> </a:t>
            </a:r>
            <a:r>
              <a:rPr dirty="0" sz="3200" spc="-150">
                <a:latin typeface="나눔고딕"/>
                <a:cs typeface="나눔고딕"/>
              </a:rPr>
              <a:t>자동</a:t>
            </a:r>
            <a:r>
              <a:rPr dirty="0" sz="3200" spc="-114">
                <a:latin typeface="나눔고딕"/>
                <a:cs typeface="나눔고딕"/>
              </a:rPr>
              <a:t> </a:t>
            </a:r>
            <a:r>
              <a:rPr dirty="0" sz="3200" spc="-25">
                <a:latin typeface="나눔고딕"/>
                <a:cs typeface="나눔고딕"/>
              </a:rPr>
              <a:t>등록</a:t>
            </a:r>
            <a:endParaRPr sz="3200">
              <a:latin typeface="나눔고딕"/>
              <a:cs typeface="나눔고딕"/>
            </a:endParaRPr>
          </a:p>
          <a:p>
            <a:pPr marL="12700" marR="5080">
              <a:lnSpc>
                <a:spcPts val="5400"/>
              </a:lnSpc>
              <a:tabLst>
                <a:tab pos="2393315" algn="l"/>
                <a:tab pos="6494145" algn="l"/>
              </a:tabLst>
            </a:pPr>
            <a:r>
              <a:rPr dirty="0" sz="3200" spc="-175">
                <a:latin typeface="나눔고딕"/>
                <a:cs typeface="나눔고딕"/>
              </a:rPr>
              <a:t>사용자의</a:t>
            </a:r>
            <a:r>
              <a:rPr dirty="0" sz="3200" spc="-130">
                <a:latin typeface="나눔고딕"/>
                <a:cs typeface="나눔고딕"/>
              </a:rPr>
              <a:t> </a:t>
            </a:r>
            <a:r>
              <a:rPr dirty="0" sz="3200" spc="-50">
                <a:latin typeface="나눔고딕"/>
                <a:cs typeface="나눔고딕"/>
              </a:rPr>
              <a:t>관</a:t>
            </a:r>
            <a:r>
              <a:rPr dirty="0" sz="3200">
                <a:latin typeface="나눔고딕"/>
                <a:cs typeface="나눔고딕"/>
              </a:rPr>
              <a:t>	</a:t>
            </a:r>
            <a:r>
              <a:rPr dirty="0" sz="3200" spc="-165">
                <a:latin typeface="나눔고딕"/>
                <a:cs typeface="나눔고딕"/>
              </a:rPr>
              <a:t>분야에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150">
                <a:latin typeface="나눔고딕"/>
                <a:cs typeface="나눔고딕"/>
              </a:rPr>
              <a:t>맞는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175">
                <a:latin typeface="나눔고딕"/>
                <a:cs typeface="나눔고딕"/>
              </a:rPr>
              <a:t>공모전만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175">
                <a:latin typeface="나눔고딕"/>
                <a:cs typeface="나눔고딕"/>
              </a:rPr>
              <a:t>선별하여</a:t>
            </a:r>
            <a:r>
              <a:rPr dirty="0" sz="3200" spc="-135">
                <a:latin typeface="나눔고딕"/>
                <a:cs typeface="나눔고딕"/>
              </a:rPr>
              <a:t> </a:t>
            </a:r>
            <a:r>
              <a:rPr dirty="0" sz="3200" spc="-25">
                <a:latin typeface="나눔고딕"/>
                <a:cs typeface="나눔고딕"/>
              </a:rPr>
              <a:t>제공 </a:t>
            </a:r>
            <a:r>
              <a:rPr dirty="0" sz="3200" spc="-180">
                <a:latin typeface="나눔고딕"/>
                <a:cs typeface="나눔고딕"/>
              </a:rPr>
              <a:t>Markdown으로</a:t>
            </a:r>
            <a:r>
              <a:rPr dirty="0" sz="3200" spc="-155">
                <a:latin typeface="나눔고딕"/>
                <a:cs typeface="나눔고딕"/>
              </a:rPr>
              <a:t> </a:t>
            </a:r>
            <a:r>
              <a:rPr dirty="0" sz="3200" spc="-150">
                <a:latin typeface="나눔고딕"/>
                <a:cs typeface="나눔고딕"/>
              </a:rPr>
              <a:t>공고 정리 </a:t>
            </a:r>
            <a:r>
              <a:rPr dirty="0" sz="3200" spc="-100">
                <a:latin typeface="나눔고딕"/>
                <a:cs typeface="나눔고딕"/>
              </a:rPr>
              <a:t>및</a:t>
            </a:r>
            <a:r>
              <a:rPr dirty="0" sz="3200" spc="-150">
                <a:latin typeface="나눔고딕"/>
                <a:cs typeface="나눔고딕"/>
              </a:rPr>
              <a:t> </a:t>
            </a:r>
            <a:r>
              <a:rPr dirty="0" sz="3200" spc="-140">
                <a:latin typeface="나눔고딕"/>
                <a:cs typeface="나눔고딕"/>
              </a:rPr>
              <a:t>AI가</a:t>
            </a:r>
            <a:r>
              <a:rPr dirty="0" sz="3200" spc="-150">
                <a:latin typeface="나눔고딕"/>
                <a:cs typeface="나눔고딕"/>
              </a:rPr>
              <a:t> </a:t>
            </a:r>
            <a:r>
              <a:rPr dirty="0" sz="3200" spc="-50">
                <a:latin typeface="나눔고딕"/>
                <a:cs typeface="나눔고딕"/>
              </a:rPr>
              <a:t>핵</a:t>
            </a:r>
            <a:r>
              <a:rPr dirty="0" sz="3200">
                <a:latin typeface="나눔고딕"/>
                <a:cs typeface="나눔고딕"/>
              </a:rPr>
              <a:t>	</a:t>
            </a:r>
            <a:r>
              <a:rPr dirty="0" sz="3200" spc="-150">
                <a:latin typeface="나눔고딕"/>
                <a:cs typeface="나눔고딕"/>
              </a:rPr>
              <a:t>내용 </a:t>
            </a:r>
            <a:r>
              <a:rPr dirty="0" sz="3200" spc="-25">
                <a:latin typeface="나눔고딕"/>
                <a:cs typeface="나눔고딕"/>
              </a:rPr>
              <a:t>요약 </a:t>
            </a:r>
            <a:r>
              <a:rPr dirty="0" sz="3200" spc="-150">
                <a:latin typeface="나눔고딕"/>
                <a:cs typeface="나눔고딕"/>
              </a:rPr>
              <a:t>중요</a:t>
            </a:r>
            <a:r>
              <a:rPr dirty="0" sz="3200" spc="-145">
                <a:latin typeface="나눔고딕"/>
                <a:cs typeface="나눔고딕"/>
              </a:rPr>
              <a:t> </a:t>
            </a:r>
            <a:r>
              <a:rPr dirty="0" sz="3200" spc="-165">
                <a:latin typeface="나눔고딕"/>
                <a:cs typeface="나눔고딕"/>
              </a:rPr>
              <a:t>일정은</a:t>
            </a:r>
            <a:r>
              <a:rPr dirty="0" sz="3200" spc="-140">
                <a:latin typeface="나눔고딕"/>
                <a:cs typeface="나눔고딕"/>
              </a:rPr>
              <a:t> </a:t>
            </a:r>
            <a:r>
              <a:rPr dirty="0" sz="3200" spc="-150">
                <a:latin typeface="나눔고딕"/>
                <a:cs typeface="나눔고딕"/>
              </a:rPr>
              <a:t>자동</a:t>
            </a:r>
            <a:r>
              <a:rPr dirty="0" sz="3200" spc="-140">
                <a:latin typeface="나눔고딕"/>
                <a:cs typeface="나눔고딕"/>
              </a:rPr>
              <a:t> </a:t>
            </a:r>
            <a:r>
              <a:rPr dirty="0" sz="3200" spc="-175">
                <a:latin typeface="나눔고딕"/>
                <a:cs typeface="나눔고딕"/>
              </a:rPr>
              <a:t>알림으로</a:t>
            </a:r>
            <a:r>
              <a:rPr dirty="0" sz="3200" spc="-140">
                <a:latin typeface="나눔고딕"/>
                <a:cs typeface="나눔고딕"/>
              </a:rPr>
              <a:t> </a:t>
            </a:r>
            <a:r>
              <a:rPr dirty="0" sz="3200" spc="-165">
                <a:latin typeface="나눔고딕"/>
                <a:cs typeface="나눔고딕"/>
              </a:rPr>
              <a:t>마감일</a:t>
            </a:r>
            <a:r>
              <a:rPr dirty="0" sz="3200" spc="-140">
                <a:latin typeface="나눔고딕"/>
                <a:cs typeface="나눔고딕"/>
              </a:rPr>
              <a:t> </a:t>
            </a:r>
            <a:r>
              <a:rPr dirty="0" sz="3200" spc="-150">
                <a:latin typeface="나눔고딕"/>
                <a:cs typeface="나눔고딕"/>
              </a:rPr>
              <a:t>누락</a:t>
            </a:r>
            <a:r>
              <a:rPr dirty="0" sz="3200" spc="-140">
                <a:latin typeface="나눔고딕"/>
                <a:cs typeface="나눔고딕"/>
              </a:rPr>
              <a:t> </a:t>
            </a:r>
            <a:r>
              <a:rPr dirty="0" sz="3200" spc="-25">
                <a:latin typeface="나눔고딕"/>
                <a:cs typeface="나눔고딕"/>
              </a:rPr>
              <a:t>방지</a:t>
            </a:r>
            <a:endParaRPr sz="3200">
              <a:latin typeface="나눔고딕"/>
              <a:cs typeface="나눔고딕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882" y="8289618"/>
            <a:ext cx="123825" cy="1238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3750" y="2857500"/>
            <a:ext cx="6667499" cy="5714999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739944" y="2688363"/>
            <a:ext cx="7606665" cy="0"/>
          </a:xfrm>
          <a:custGeom>
            <a:avLst/>
            <a:gdLst/>
            <a:ahLst/>
            <a:cxnLst/>
            <a:rect l="l" t="t" r="r" b="b"/>
            <a:pathLst>
              <a:path w="7606665" h="0">
                <a:moveTo>
                  <a:pt x="0" y="0"/>
                </a:moveTo>
                <a:lnTo>
                  <a:pt x="7606280" y="0"/>
                </a:lnTo>
              </a:path>
            </a:pathLst>
          </a:custGeom>
          <a:ln w="5714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30245" y="1639310"/>
            <a:ext cx="10159365" cy="33655"/>
          </a:xfrm>
          <a:custGeom>
            <a:avLst/>
            <a:gdLst/>
            <a:ahLst/>
            <a:cxnLst/>
            <a:rect l="l" t="t" r="r" b="b"/>
            <a:pathLst>
              <a:path w="10159365" h="33655">
                <a:moveTo>
                  <a:pt x="0" y="33337"/>
                </a:moveTo>
                <a:lnTo>
                  <a:pt x="10159129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5015" y="373703"/>
            <a:ext cx="1003173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35"/>
              <a:t>02</a:t>
            </a:r>
            <a:r>
              <a:rPr dirty="0" spc="-730"/>
              <a:t> </a:t>
            </a:r>
            <a:r>
              <a:rPr dirty="0" spc="114">
                <a:solidFill>
                  <a:srgbClr val="898A8A"/>
                </a:solidFill>
              </a:rPr>
              <a:t>문제점</a:t>
            </a:r>
            <a:r>
              <a:rPr dirty="0" spc="-285">
                <a:solidFill>
                  <a:srgbClr val="898A8A"/>
                </a:solidFill>
              </a:rPr>
              <a:t> </a:t>
            </a:r>
            <a:r>
              <a:rPr dirty="0" spc="385"/>
              <a:t>및</a:t>
            </a:r>
            <a:r>
              <a:rPr dirty="0" spc="-280"/>
              <a:t> </a:t>
            </a:r>
            <a:r>
              <a:rPr dirty="0" spc="60"/>
              <a:t>해결방안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0245" y="1640464"/>
            <a:ext cx="7031990" cy="32384"/>
          </a:xfrm>
          <a:custGeom>
            <a:avLst/>
            <a:gdLst/>
            <a:ahLst/>
            <a:cxnLst/>
            <a:rect l="l" t="t" r="r" b="b"/>
            <a:pathLst>
              <a:path w="7031990" h="32385">
                <a:moveTo>
                  <a:pt x="0" y="32182"/>
                </a:moveTo>
                <a:lnTo>
                  <a:pt x="7031430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543" y="2277485"/>
            <a:ext cx="17783174" cy="75247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F2F2F"/>
                </a:solidFill>
                <a:latin typeface="HY목각파임B"/>
                <a:cs typeface="HY목각파임B"/>
              </a:rPr>
              <a:t>LRS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145">
                <a:solidFill>
                  <a:srgbClr val="2F2F2F"/>
                </a:solidFill>
                <a:latin typeface="HY목각파임B"/>
                <a:cs typeface="HY목각파임B"/>
              </a:rPr>
              <a:t>5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HY목각파임B"/>
                <a:cs typeface="HY목각파임B"/>
              </a:rPr>
              <a:t>TEAM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90">
                <a:solidFill>
                  <a:srgbClr val="2F2F2F"/>
                </a:solidFill>
                <a:latin typeface="HY목각파임B"/>
                <a:cs typeface="HY목각파임B"/>
              </a:rPr>
              <a:t>LEXUS</a:t>
            </a:r>
            <a:endParaRPr sz="1200">
              <a:latin typeface="HY목각파임B"/>
              <a:cs typeface="HY목각파임B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5015" y="373703"/>
            <a:ext cx="7099934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4514" algn="l"/>
              </a:tabLst>
            </a:pPr>
            <a:r>
              <a:rPr dirty="0" spc="810"/>
              <a:t>03</a:t>
            </a:r>
            <a:r>
              <a:rPr dirty="0"/>
              <a:t>	</a:t>
            </a:r>
            <a:r>
              <a:rPr dirty="0" spc="114"/>
              <a:t>시스템</a:t>
            </a:r>
            <a:r>
              <a:rPr dirty="0" spc="-290"/>
              <a:t> </a:t>
            </a:r>
            <a:r>
              <a:rPr dirty="0" spc="145"/>
              <a:t>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7715" y="1602364"/>
            <a:ext cx="7266305" cy="38100"/>
          </a:xfrm>
          <a:custGeom>
            <a:avLst/>
            <a:gdLst/>
            <a:ahLst/>
            <a:cxnLst/>
            <a:rect l="l" t="t" r="r" b="b"/>
            <a:pathLst>
              <a:path w="7266305" h="38100">
                <a:moveTo>
                  <a:pt x="0" y="37522"/>
                </a:moveTo>
                <a:lnTo>
                  <a:pt x="7265757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489" y="1825419"/>
            <a:ext cx="14830424" cy="82105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F2F2F"/>
                </a:solidFill>
                <a:latin typeface="HY목각파임B"/>
                <a:cs typeface="HY목각파임B"/>
              </a:rPr>
              <a:t>LRS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145">
                <a:solidFill>
                  <a:srgbClr val="2F2F2F"/>
                </a:solidFill>
                <a:latin typeface="HY목각파임B"/>
                <a:cs typeface="HY목각파임B"/>
              </a:rPr>
              <a:t>5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HY목각파임B"/>
                <a:cs typeface="HY목각파임B"/>
              </a:rPr>
              <a:t>TEAM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90">
                <a:solidFill>
                  <a:srgbClr val="2F2F2F"/>
                </a:solidFill>
                <a:latin typeface="HY목각파임B"/>
                <a:cs typeface="HY목각파임B"/>
              </a:rPr>
              <a:t>LEXUS</a:t>
            </a:r>
            <a:endParaRPr sz="1200">
              <a:latin typeface="HY목각파임B"/>
              <a:cs typeface="HY목각파임B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5015" y="335603"/>
            <a:ext cx="734187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4514" algn="l"/>
              </a:tabLst>
            </a:pPr>
            <a:r>
              <a:rPr dirty="0" baseline="-2083" sz="12000" spc="1342"/>
              <a:t>04</a:t>
            </a:r>
            <a:r>
              <a:rPr dirty="0" baseline="-2083" sz="12000"/>
              <a:t>	</a:t>
            </a:r>
            <a:r>
              <a:rPr dirty="0" sz="8000" spc="245"/>
              <a:t>A</a:t>
            </a:r>
            <a:r>
              <a:rPr dirty="0" sz="8000" spc="500"/>
              <a:t>g</a:t>
            </a:r>
            <a:r>
              <a:rPr dirty="0" sz="8000" spc="495"/>
              <a:t>e</a:t>
            </a:r>
            <a:r>
              <a:rPr dirty="0" sz="8000" spc="450"/>
              <a:t>n</a:t>
            </a:r>
            <a:r>
              <a:rPr dirty="0" sz="8000" spc="825"/>
              <a:t>t</a:t>
            </a:r>
            <a:r>
              <a:rPr dirty="0" sz="8000" spc="-305"/>
              <a:t> </a:t>
            </a:r>
            <a:r>
              <a:rPr dirty="0" sz="8000" spc="155"/>
              <a:t>구성</a:t>
            </a:r>
            <a:endParaRPr sz="8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F2F2F"/>
                </a:solidFill>
                <a:latin typeface="HY목각파임B"/>
                <a:cs typeface="HY목각파임B"/>
              </a:rPr>
              <a:t>LRS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145">
                <a:solidFill>
                  <a:srgbClr val="2F2F2F"/>
                </a:solidFill>
                <a:latin typeface="HY목각파임B"/>
                <a:cs typeface="HY목각파임B"/>
              </a:rPr>
              <a:t>5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HY목각파임B"/>
                <a:cs typeface="HY목각파임B"/>
              </a:rPr>
              <a:t>TEAM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90">
                <a:solidFill>
                  <a:srgbClr val="2F2F2F"/>
                </a:solidFill>
                <a:latin typeface="HY목각파임B"/>
                <a:cs typeface="HY목각파임B"/>
              </a:rPr>
              <a:t>LEXUS</a:t>
            </a:r>
            <a:endParaRPr sz="1200">
              <a:latin typeface="HY목각파임B"/>
              <a:cs typeface="HY목각파임B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30245" y="1640464"/>
            <a:ext cx="4773295" cy="32384"/>
          </a:xfrm>
          <a:custGeom>
            <a:avLst/>
            <a:gdLst/>
            <a:ahLst/>
            <a:cxnLst/>
            <a:rect l="l" t="t" r="r" b="b"/>
            <a:pathLst>
              <a:path w="4773295" h="32385">
                <a:moveTo>
                  <a:pt x="0" y="32182"/>
                </a:moveTo>
                <a:lnTo>
                  <a:pt x="4773035" y="0"/>
                </a:lnTo>
              </a:path>
            </a:pathLst>
          </a:custGeom>
          <a:ln w="66675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5015" y="373703"/>
            <a:ext cx="485457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4514" algn="l"/>
              </a:tabLst>
            </a:pPr>
            <a:r>
              <a:rPr dirty="0" spc="790"/>
              <a:t>05</a:t>
            </a:r>
            <a:r>
              <a:rPr dirty="0"/>
              <a:t>	</a:t>
            </a:r>
            <a:r>
              <a:rPr dirty="0" spc="90"/>
              <a:t>자동화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1891" y="1840828"/>
            <a:ext cx="15182849" cy="82486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F2F2F"/>
                </a:solidFill>
                <a:latin typeface="HY목각파임B"/>
                <a:cs typeface="HY목각파임B"/>
              </a:rPr>
              <a:t>LRS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145">
                <a:solidFill>
                  <a:srgbClr val="2F2F2F"/>
                </a:solidFill>
                <a:latin typeface="HY목각파임B"/>
                <a:cs typeface="HY목각파임B"/>
              </a:rPr>
              <a:t>5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HY목각파임B"/>
                <a:cs typeface="HY목각파임B"/>
              </a:rPr>
              <a:t>TEAM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90">
                <a:solidFill>
                  <a:srgbClr val="2F2F2F"/>
                </a:solidFill>
                <a:latin typeface="HY목각파임B"/>
                <a:cs typeface="HY목각파임B"/>
              </a:rPr>
              <a:t>LEXUS</a:t>
            </a:r>
            <a:endParaRPr sz="1200">
              <a:latin typeface="HY목각파임B"/>
              <a:cs typeface="HY목각파임B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30245" y="1640464"/>
            <a:ext cx="6027420" cy="32384"/>
          </a:xfrm>
          <a:custGeom>
            <a:avLst/>
            <a:gdLst/>
            <a:ahLst/>
            <a:cxnLst/>
            <a:rect l="l" t="t" r="r" b="b"/>
            <a:pathLst>
              <a:path w="6027420" h="32385">
                <a:moveTo>
                  <a:pt x="0" y="32182"/>
                </a:moveTo>
                <a:lnTo>
                  <a:pt x="6027244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4514" algn="l"/>
              </a:tabLst>
            </a:pPr>
            <a:r>
              <a:rPr dirty="0" spc="944"/>
              <a:t>06</a:t>
            </a:r>
            <a:r>
              <a:rPr dirty="0"/>
              <a:t>	</a:t>
            </a:r>
            <a:r>
              <a:rPr dirty="0" spc="180"/>
              <a:t>기대</a:t>
            </a:r>
            <a:r>
              <a:rPr dirty="0" spc="-285"/>
              <a:t> </a:t>
            </a:r>
            <a:r>
              <a:rPr dirty="0" spc="155"/>
              <a:t>효과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337715" y="3209740"/>
            <a:ext cx="4050665" cy="0"/>
          </a:xfrm>
          <a:custGeom>
            <a:avLst/>
            <a:gdLst/>
            <a:ahLst/>
            <a:cxnLst/>
            <a:rect l="l" t="t" r="r" b="b"/>
            <a:pathLst>
              <a:path w="4050665" h="0">
                <a:moveTo>
                  <a:pt x="0" y="0"/>
                </a:moveTo>
                <a:lnTo>
                  <a:pt x="4050064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873556" y="4135170"/>
            <a:ext cx="4050665" cy="0"/>
          </a:xfrm>
          <a:custGeom>
            <a:avLst/>
            <a:gdLst/>
            <a:ahLst/>
            <a:cxnLst/>
            <a:rect l="l" t="t" r="r" b="b"/>
            <a:pathLst>
              <a:path w="4050665" h="0">
                <a:moveTo>
                  <a:pt x="0" y="0"/>
                </a:moveTo>
                <a:lnTo>
                  <a:pt x="4050064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409397" y="5050201"/>
            <a:ext cx="4050665" cy="0"/>
          </a:xfrm>
          <a:custGeom>
            <a:avLst/>
            <a:gdLst/>
            <a:ahLst/>
            <a:cxnLst/>
            <a:rect l="l" t="t" r="r" b="b"/>
            <a:pathLst>
              <a:path w="4050665" h="0">
                <a:moveTo>
                  <a:pt x="0" y="0"/>
                </a:moveTo>
                <a:lnTo>
                  <a:pt x="4050064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945240" y="5975629"/>
            <a:ext cx="4050665" cy="0"/>
          </a:xfrm>
          <a:custGeom>
            <a:avLst/>
            <a:gdLst/>
            <a:ahLst/>
            <a:cxnLst/>
            <a:rect l="l" t="t" r="r" b="b"/>
            <a:pathLst>
              <a:path w="4050665" h="0">
                <a:moveTo>
                  <a:pt x="0" y="0"/>
                </a:moveTo>
                <a:lnTo>
                  <a:pt x="4050064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7318350" y="5196545"/>
            <a:ext cx="673735" cy="575310"/>
          </a:xfrm>
          <a:custGeom>
            <a:avLst/>
            <a:gdLst/>
            <a:ahLst/>
            <a:cxnLst/>
            <a:rect l="l" t="t" r="r" b="b"/>
            <a:pathLst>
              <a:path w="673734" h="575310">
                <a:moveTo>
                  <a:pt x="655690" y="575313"/>
                </a:moveTo>
                <a:lnTo>
                  <a:pt x="17662" y="575313"/>
                </a:lnTo>
                <a:lnTo>
                  <a:pt x="10698" y="571918"/>
                </a:lnTo>
                <a:lnTo>
                  <a:pt x="1615" y="560284"/>
                </a:lnTo>
                <a:lnTo>
                  <a:pt x="0" y="552699"/>
                </a:lnTo>
                <a:lnTo>
                  <a:pt x="49019" y="356621"/>
                </a:lnTo>
                <a:lnTo>
                  <a:pt x="49019" y="23971"/>
                </a:lnTo>
                <a:lnTo>
                  <a:pt x="50903" y="14640"/>
                </a:lnTo>
                <a:lnTo>
                  <a:pt x="56040" y="7021"/>
                </a:lnTo>
                <a:lnTo>
                  <a:pt x="63660" y="1883"/>
                </a:lnTo>
                <a:lnTo>
                  <a:pt x="72990" y="0"/>
                </a:lnTo>
                <a:lnTo>
                  <a:pt x="600361" y="0"/>
                </a:lnTo>
                <a:lnTo>
                  <a:pt x="609691" y="1883"/>
                </a:lnTo>
                <a:lnTo>
                  <a:pt x="617311" y="7021"/>
                </a:lnTo>
                <a:lnTo>
                  <a:pt x="622448" y="14640"/>
                </a:lnTo>
                <a:lnTo>
                  <a:pt x="624332" y="23971"/>
                </a:lnTo>
                <a:lnTo>
                  <a:pt x="624332" y="47942"/>
                </a:lnTo>
                <a:lnTo>
                  <a:pt x="96962" y="47942"/>
                </a:lnTo>
                <a:lnTo>
                  <a:pt x="96962" y="335599"/>
                </a:lnTo>
                <a:lnTo>
                  <a:pt x="624332" y="335599"/>
                </a:lnTo>
                <a:lnTo>
                  <a:pt x="624332" y="356621"/>
                </a:lnTo>
                <a:lnTo>
                  <a:pt x="631063" y="383542"/>
                </a:lnTo>
                <a:lnTo>
                  <a:pt x="91706" y="383542"/>
                </a:lnTo>
                <a:lnTo>
                  <a:pt x="55749" y="527370"/>
                </a:lnTo>
                <a:lnTo>
                  <a:pt x="667020" y="527370"/>
                </a:lnTo>
                <a:lnTo>
                  <a:pt x="673352" y="552699"/>
                </a:lnTo>
                <a:lnTo>
                  <a:pt x="671737" y="560284"/>
                </a:lnTo>
                <a:lnTo>
                  <a:pt x="662654" y="571918"/>
                </a:lnTo>
                <a:lnTo>
                  <a:pt x="655690" y="575313"/>
                </a:lnTo>
                <a:close/>
              </a:path>
              <a:path w="673734" h="575310">
                <a:moveTo>
                  <a:pt x="624332" y="335599"/>
                </a:moveTo>
                <a:lnTo>
                  <a:pt x="576390" y="335599"/>
                </a:lnTo>
                <a:lnTo>
                  <a:pt x="576390" y="47942"/>
                </a:lnTo>
                <a:lnTo>
                  <a:pt x="624332" y="47942"/>
                </a:lnTo>
                <a:lnTo>
                  <a:pt x="624332" y="335599"/>
                </a:lnTo>
                <a:close/>
              </a:path>
              <a:path w="673734" h="575310">
                <a:moveTo>
                  <a:pt x="253987" y="335599"/>
                </a:moveTo>
                <a:lnTo>
                  <a:pt x="205440" y="335599"/>
                </a:lnTo>
                <a:lnTo>
                  <a:pt x="214315" y="298682"/>
                </a:lnTo>
                <a:lnTo>
                  <a:pt x="232801" y="266642"/>
                </a:lnTo>
                <a:lnTo>
                  <a:pt x="259245" y="241106"/>
                </a:lnTo>
                <a:lnTo>
                  <a:pt x="291996" y="223703"/>
                </a:lnTo>
                <a:lnTo>
                  <a:pt x="280794" y="212594"/>
                </a:lnTo>
                <a:lnTo>
                  <a:pt x="272204" y="199314"/>
                </a:lnTo>
                <a:lnTo>
                  <a:pt x="266701" y="184252"/>
                </a:lnTo>
                <a:lnTo>
                  <a:pt x="264762" y="167799"/>
                </a:lnTo>
                <a:lnTo>
                  <a:pt x="270422" y="139833"/>
                </a:lnTo>
                <a:lnTo>
                  <a:pt x="285848" y="116971"/>
                </a:lnTo>
                <a:lnTo>
                  <a:pt x="308709" y="101545"/>
                </a:lnTo>
                <a:lnTo>
                  <a:pt x="336676" y="95885"/>
                </a:lnTo>
                <a:lnTo>
                  <a:pt x="364642" y="101545"/>
                </a:lnTo>
                <a:lnTo>
                  <a:pt x="387504" y="116971"/>
                </a:lnTo>
                <a:lnTo>
                  <a:pt x="402930" y="139833"/>
                </a:lnTo>
                <a:lnTo>
                  <a:pt x="403738" y="143828"/>
                </a:lnTo>
                <a:lnTo>
                  <a:pt x="336676" y="143828"/>
                </a:lnTo>
                <a:lnTo>
                  <a:pt x="327355" y="145715"/>
                </a:lnTo>
                <a:lnTo>
                  <a:pt x="319735" y="150858"/>
                </a:lnTo>
                <a:lnTo>
                  <a:pt x="314592" y="158479"/>
                </a:lnTo>
                <a:lnTo>
                  <a:pt x="312704" y="167799"/>
                </a:lnTo>
                <a:lnTo>
                  <a:pt x="314592" y="177120"/>
                </a:lnTo>
                <a:lnTo>
                  <a:pt x="319735" y="184740"/>
                </a:lnTo>
                <a:lnTo>
                  <a:pt x="327355" y="189883"/>
                </a:lnTo>
                <a:lnTo>
                  <a:pt x="336676" y="191771"/>
                </a:lnTo>
                <a:lnTo>
                  <a:pt x="403903" y="191771"/>
                </a:lnTo>
                <a:lnTo>
                  <a:pt x="401147" y="199314"/>
                </a:lnTo>
                <a:lnTo>
                  <a:pt x="392558" y="212594"/>
                </a:lnTo>
                <a:lnTo>
                  <a:pt x="381356" y="223703"/>
                </a:lnTo>
                <a:lnTo>
                  <a:pt x="414107" y="241106"/>
                </a:lnTo>
                <a:lnTo>
                  <a:pt x="437488" y="263685"/>
                </a:lnTo>
                <a:lnTo>
                  <a:pt x="336675" y="263685"/>
                </a:lnTo>
                <a:lnTo>
                  <a:pt x="306799" y="269219"/>
                </a:lnTo>
                <a:lnTo>
                  <a:pt x="281728" y="284435"/>
                </a:lnTo>
                <a:lnTo>
                  <a:pt x="263459" y="307255"/>
                </a:lnTo>
                <a:lnTo>
                  <a:pt x="253987" y="335599"/>
                </a:lnTo>
                <a:close/>
              </a:path>
              <a:path w="673734" h="575310">
                <a:moveTo>
                  <a:pt x="403903" y="191771"/>
                </a:moveTo>
                <a:lnTo>
                  <a:pt x="336676" y="191771"/>
                </a:lnTo>
                <a:lnTo>
                  <a:pt x="345996" y="189883"/>
                </a:lnTo>
                <a:lnTo>
                  <a:pt x="353617" y="184740"/>
                </a:lnTo>
                <a:lnTo>
                  <a:pt x="358760" y="177120"/>
                </a:lnTo>
                <a:lnTo>
                  <a:pt x="360647" y="167799"/>
                </a:lnTo>
                <a:lnTo>
                  <a:pt x="358760" y="158479"/>
                </a:lnTo>
                <a:lnTo>
                  <a:pt x="353617" y="150858"/>
                </a:lnTo>
                <a:lnTo>
                  <a:pt x="345996" y="145715"/>
                </a:lnTo>
                <a:lnTo>
                  <a:pt x="336676" y="143828"/>
                </a:lnTo>
                <a:lnTo>
                  <a:pt x="403738" y="143828"/>
                </a:lnTo>
                <a:lnTo>
                  <a:pt x="408590" y="167799"/>
                </a:lnTo>
                <a:lnTo>
                  <a:pt x="406650" y="184252"/>
                </a:lnTo>
                <a:lnTo>
                  <a:pt x="403903" y="191771"/>
                </a:lnTo>
                <a:close/>
              </a:path>
              <a:path w="673734" h="575310">
                <a:moveTo>
                  <a:pt x="467911" y="335599"/>
                </a:moveTo>
                <a:lnTo>
                  <a:pt x="419364" y="335599"/>
                </a:lnTo>
                <a:lnTo>
                  <a:pt x="409892" y="307255"/>
                </a:lnTo>
                <a:lnTo>
                  <a:pt x="391623" y="284435"/>
                </a:lnTo>
                <a:lnTo>
                  <a:pt x="366552" y="269219"/>
                </a:lnTo>
                <a:lnTo>
                  <a:pt x="336676" y="263685"/>
                </a:lnTo>
                <a:lnTo>
                  <a:pt x="437488" y="263685"/>
                </a:lnTo>
                <a:lnTo>
                  <a:pt x="440551" y="266642"/>
                </a:lnTo>
                <a:lnTo>
                  <a:pt x="459036" y="298682"/>
                </a:lnTo>
                <a:lnTo>
                  <a:pt x="467911" y="335599"/>
                </a:lnTo>
                <a:close/>
              </a:path>
              <a:path w="673734" h="575310">
                <a:moveTo>
                  <a:pt x="667020" y="527370"/>
                </a:moveTo>
                <a:lnTo>
                  <a:pt x="617602" y="527370"/>
                </a:lnTo>
                <a:lnTo>
                  <a:pt x="581645" y="383542"/>
                </a:lnTo>
                <a:lnTo>
                  <a:pt x="631063" y="383542"/>
                </a:lnTo>
                <a:lnTo>
                  <a:pt x="667020" y="527370"/>
                </a:lnTo>
                <a:close/>
              </a:path>
              <a:path w="673734" h="575310">
                <a:moveTo>
                  <a:pt x="456533" y="527370"/>
                </a:moveTo>
                <a:lnTo>
                  <a:pt x="216819" y="527370"/>
                </a:lnTo>
                <a:lnTo>
                  <a:pt x="218703" y="518035"/>
                </a:lnTo>
                <a:lnTo>
                  <a:pt x="223840" y="510416"/>
                </a:lnTo>
                <a:lnTo>
                  <a:pt x="231460" y="505281"/>
                </a:lnTo>
                <a:lnTo>
                  <a:pt x="240790" y="503399"/>
                </a:lnTo>
                <a:lnTo>
                  <a:pt x="432561" y="503399"/>
                </a:lnTo>
                <a:lnTo>
                  <a:pt x="441892" y="505281"/>
                </a:lnTo>
                <a:lnTo>
                  <a:pt x="449511" y="510416"/>
                </a:lnTo>
                <a:lnTo>
                  <a:pt x="454649" y="518035"/>
                </a:lnTo>
                <a:lnTo>
                  <a:pt x="456533" y="52737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2931438" y="4275640"/>
            <a:ext cx="524510" cy="567690"/>
            <a:chOff x="12931438" y="4275640"/>
            <a:chExt cx="524510" cy="567690"/>
          </a:xfrm>
        </p:grpSpPr>
        <p:sp>
          <p:nvSpPr>
            <p:cNvPr id="11" name="object 11" descr=""/>
            <p:cNvSpPr/>
            <p:nvPr/>
          </p:nvSpPr>
          <p:spPr>
            <a:xfrm>
              <a:off x="12931432" y="4275644"/>
              <a:ext cx="524510" cy="433070"/>
            </a:xfrm>
            <a:custGeom>
              <a:avLst/>
              <a:gdLst/>
              <a:ahLst/>
              <a:cxnLst/>
              <a:rect l="l" t="t" r="r" b="b"/>
              <a:pathLst>
                <a:path w="524509" h="433070">
                  <a:moveTo>
                    <a:pt x="524319" y="0"/>
                  </a:moveTo>
                  <a:lnTo>
                    <a:pt x="471893" y="0"/>
                  </a:lnTo>
                  <a:lnTo>
                    <a:pt x="445668" y="0"/>
                  </a:lnTo>
                  <a:lnTo>
                    <a:pt x="445668" y="52438"/>
                  </a:lnTo>
                  <a:lnTo>
                    <a:pt x="445668" y="380136"/>
                  </a:lnTo>
                  <a:lnTo>
                    <a:pt x="78651" y="380136"/>
                  </a:lnTo>
                  <a:lnTo>
                    <a:pt x="78651" y="52438"/>
                  </a:lnTo>
                  <a:lnTo>
                    <a:pt x="445668" y="52438"/>
                  </a:lnTo>
                  <a:lnTo>
                    <a:pt x="445668" y="0"/>
                  </a:lnTo>
                  <a:lnTo>
                    <a:pt x="52438" y="0"/>
                  </a:lnTo>
                  <a:lnTo>
                    <a:pt x="0" y="0"/>
                  </a:lnTo>
                  <a:lnTo>
                    <a:pt x="0" y="52438"/>
                  </a:lnTo>
                  <a:lnTo>
                    <a:pt x="26212" y="52438"/>
                  </a:lnTo>
                  <a:lnTo>
                    <a:pt x="26212" y="380136"/>
                  </a:lnTo>
                  <a:lnTo>
                    <a:pt x="0" y="380136"/>
                  </a:lnTo>
                  <a:lnTo>
                    <a:pt x="0" y="432562"/>
                  </a:lnTo>
                  <a:lnTo>
                    <a:pt x="52438" y="432562"/>
                  </a:lnTo>
                  <a:lnTo>
                    <a:pt x="471893" y="432562"/>
                  </a:lnTo>
                  <a:lnTo>
                    <a:pt x="524319" y="432562"/>
                  </a:lnTo>
                  <a:lnTo>
                    <a:pt x="524319" y="380136"/>
                  </a:lnTo>
                  <a:lnTo>
                    <a:pt x="498106" y="380136"/>
                  </a:lnTo>
                  <a:lnTo>
                    <a:pt x="498106" y="52438"/>
                  </a:lnTo>
                  <a:lnTo>
                    <a:pt x="524319" y="52438"/>
                  </a:lnTo>
                  <a:lnTo>
                    <a:pt x="524319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55348" y="4665389"/>
              <a:ext cx="276500" cy="17738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9523" y="4415519"/>
              <a:ext cx="195428" cy="161807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8350777" y="3355313"/>
            <a:ext cx="564515" cy="577215"/>
            <a:chOff x="8350777" y="3355313"/>
            <a:chExt cx="564515" cy="577215"/>
          </a:xfrm>
        </p:grpSpPr>
        <p:sp>
          <p:nvSpPr>
            <p:cNvPr id="15" name="object 15" descr=""/>
            <p:cNvSpPr/>
            <p:nvPr/>
          </p:nvSpPr>
          <p:spPr>
            <a:xfrm>
              <a:off x="8350771" y="3355313"/>
              <a:ext cx="564515" cy="577215"/>
            </a:xfrm>
            <a:custGeom>
              <a:avLst/>
              <a:gdLst/>
              <a:ahLst/>
              <a:cxnLst/>
              <a:rect l="l" t="t" r="r" b="b"/>
              <a:pathLst>
                <a:path w="564515" h="577214">
                  <a:moveTo>
                    <a:pt x="439547" y="157327"/>
                  </a:moveTo>
                  <a:lnTo>
                    <a:pt x="431533" y="107607"/>
                  </a:lnTo>
                  <a:lnTo>
                    <a:pt x="409194" y="64414"/>
                  </a:lnTo>
                  <a:lnTo>
                    <a:pt x="397230" y="52451"/>
                  </a:lnTo>
                  <a:lnTo>
                    <a:pt x="387108" y="42329"/>
                  </a:lnTo>
                  <a:lnTo>
                    <a:pt x="387108" y="157327"/>
                  </a:lnTo>
                  <a:lnTo>
                    <a:pt x="378866" y="198158"/>
                  </a:lnTo>
                  <a:lnTo>
                    <a:pt x="356387" y="231495"/>
                  </a:lnTo>
                  <a:lnTo>
                    <a:pt x="323049" y="253974"/>
                  </a:lnTo>
                  <a:lnTo>
                    <a:pt x="282232" y="262216"/>
                  </a:lnTo>
                  <a:lnTo>
                    <a:pt x="241401" y="253974"/>
                  </a:lnTo>
                  <a:lnTo>
                    <a:pt x="208064" y="231495"/>
                  </a:lnTo>
                  <a:lnTo>
                    <a:pt x="185585" y="198158"/>
                  </a:lnTo>
                  <a:lnTo>
                    <a:pt x="177342" y="157327"/>
                  </a:lnTo>
                  <a:lnTo>
                    <a:pt x="185585" y="116509"/>
                  </a:lnTo>
                  <a:lnTo>
                    <a:pt x="208064" y="83172"/>
                  </a:lnTo>
                  <a:lnTo>
                    <a:pt x="241401" y="60693"/>
                  </a:lnTo>
                  <a:lnTo>
                    <a:pt x="282232" y="52451"/>
                  </a:lnTo>
                  <a:lnTo>
                    <a:pt x="323049" y="60693"/>
                  </a:lnTo>
                  <a:lnTo>
                    <a:pt x="356387" y="83172"/>
                  </a:lnTo>
                  <a:lnTo>
                    <a:pt x="378866" y="116509"/>
                  </a:lnTo>
                  <a:lnTo>
                    <a:pt x="387108" y="157327"/>
                  </a:lnTo>
                  <a:lnTo>
                    <a:pt x="387108" y="42329"/>
                  </a:lnTo>
                  <a:lnTo>
                    <a:pt x="375145" y="30365"/>
                  </a:lnTo>
                  <a:lnTo>
                    <a:pt x="331952" y="8026"/>
                  </a:lnTo>
                  <a:lnTo>
                    <a:pt x="282232" y="0"/>
                  </a:lnTo>
                  <a:lnTo>
                    <a:pt x="232498" y="8026"/>
                  </a:lnTo>
                  <a:lnTo>
                    <a:pt x="189318" y="30365"/>
                  </a:lnTo>
                  <a:lnTo>
                    <a:pt x="155257" y="64414"/>
                  </a:lnTo>
                  <a:lnTo>
                    <a:pt x="132918" y="107607"/>
                  </a:lnTo>
                  <a:lnTo>
                    <a:pt x="124904" y="157327"/>
                  </a:lnTo>
                  <a:lnTo>
                    <a:pt x="132918" y="207060"/>
                  </a:lnTo>
                  <a:lnTo>
                    <a:pt x="155257" y="250240"/>
                  </a:lnTo>
                  <a:lnTo>
                    <a:pt x="189318" y="284302"/>
                  </a:lnTo>
                  <a:lnTo>
                    <a:pt x="232498" y="306628"/>
                  </a:lnTo>
                  <a:lnTo>
                    <a:pt x="282219" y="314655"/>
                  </a:lnTo>
                  <a:lnTo>
                    <a:pt x="331952" y="306628"/>
                  </a:lnTo>
                  <a:lnTo>
                    <a:pt x="375145" y="284302"/>
                  </a:lnTo>
                  <a:lnTo>
                    <a:pt x="409194" y="250240"/>
                  </a:lnTo>
                  <a:lnTo>
                    <a:pt x="431533" y="207060"/>
                  </a:lnTo>
                  <a:lnTo>
                    <a:pt x="439547" y="157327"/>
                  </a:lnTo>
                  <a:close/>
                </a:path>
                <a:path w="564515" h="577214">
                  <a:moveTo>
                    <a:pt x="564438" y="508495"/>
                  </a:moveTo>
                  <a:lnTo>
                    <a:pt x="561428" y="491109"/>
                  </a:lnTo>
                  <a:lnTo>
                    <a:pt x="542417" y="448424"/>
                  </a:lnTo>
                  <a:lnTo>
                    <a:pt x="514502" y="410425"/>
                  </a:lnTo>
                  <a:lnTo>
                    <a:pt x="512699" y="408774"/>
                  </a:lnTo>
                  <a:lnTo>
                    <a:pt x="512699" y="510946"/>
                  </a:lnTo>
                  <a:lnTo>
                    <a:pt x="511886" y="514299"/>
                  </a:lnTo>
                  <a:lnTo>
                    <a:pt x="505536" y="521296"/>
                  </a:lnTo>
                  <a:lnTo>
                    <a:pt x="499414" y="524421"/>
                  </a:lnTo>
                  <a:lnTo>
                    <a:pt x="65024" y="524421"/>
                  </a:lnTo>
                  <a:lnTo>
                    <a:pt x="58889" y="521296"/>
                  </a:lnTo>
                  <a:lnTo>
                    <a:pt x="52552" y="514299"/>
                  </a:lnTo>
                  <a:lnTo>
                    <a:pt x="51739" y="510946"/>
                  </a:lnTo>
                  <a:lnTo>
                    <a:pt x="53009" y="506920"/>
                  </a:lnTo>
                  <a:lnTo>
                    <a:pt x="70535" y="469734"/>
                  </a:lnTo>
                  <a:lnTo>
                    <a:pt x="97904" y="436333"/>
                  </a:lnTo>
                  <a:lnTo>
                    <a:pt x="133934" y="408038"/>
                  </a:lnTo>
                  <a:lnTo>
                    <a:pt x="177444" y="386181"/>
                  </a:lnTo>
                  <a:lnTo>
                    <a:pt x="227266" y="372084"/>
                  </a:lnTo>
                  <a:lnTo>
                    <a:pt x="282219" y="367093"/>
                  </a:lnTo>
                  <a:lnTo>
                    <a:pt x="337172" y="372084"/>
                  </a:lnTo>
                  <a:lnTo>
                    <a:pt x="386981" y="386181"/>
                  </a:lnTo>
                  <a:lnTo>
                    <a:pt x="430491" y="408038"/>
                  </a:lnTo>
                  <a:lnTo>
                    <a:pt x="466521" y="436333"/>
                  </a:lnTo>
                  <a:lnTo>
                    <a:pt x="493890" y="469734"/>
                  </a:lnTo>
                  <a:lnTo>
                    <a:pt x="511429" y="506920"/>
                  </a:lnTo>
                  <a:lnTo>
                    <a:pt x="512699" y="510946"/>
                  </a:lnTo>
                  <a:lnTo>
                    <a:pt x="512699" y="408774"/>
                  </a:lnTo>
                  <a:lnTo>
                    <a:pt x="478853" y="377786"/>
                  </a:lnTo>
                  <a:lnTo>
                    <a:pt x="436626" y="351193"/>
                  </a:lnTo>
                  <a:lnTo>
                    <a:pt x="389001" y="331355"/>
                  </a:lnTo>
                  <a:lnTo>
                    <a:pt x="337146" y="318947"/>
                  </a:lnTo>
                  <a:lnTo>
                    <a:pt x="282219" y="314655"/>
                  </a:lnTo>
                  <a:lnTo>
                    <a:pt x="227291" y="318947"/>
                  </a:lnTo>
                  <a:lnTo>
                    <a:pt x="175425" y="331355"/>
                  </a:lnTo>
                  <a:lnTo>
                    <a:pt x="127800" y="351193"/>
                  </a:lnTo>
                  <a:lnTo>
                    <a:pt x="85585" y="377786"/>
                  </a:lnTo>
                  <a:lnTo>
                    <a:pt x="49936" y="410425"/>
                  </a:lnTo>
                  <a:lnTo>
                    <a:pt x="22021" y="448424"/>
                  </a:lnTo>
                  <a:lnTo>
                    <a:pt x="3009" y="491109"/>
                  </a:lnTo>
                  <a:lnTo>
                    <a:pt x="0" y="508495"/>
                  </a:lnTo>
                  <a:lnTo>
                    <a:pt x="1714" y="524941"/>
                  </a:lnTo>
                  <a:lnTo>
                    <a:pt x="28181" y="562965"/>
                  </a:lnTo>
                  <a:lnTo>
                    <a:pt x="72453" y="576859"/>
                  </a:lnTo>
                  <a:lnTo>
                    <a:pt x="491985" y="576859"/>
                  </a:lnTo>
                  <a:lnTo>
                    <a:pt x="536257" y="562965"/>
                  </a:lnTo>
                  <a:lnTo>
                    <a:pt x="562711" y="524941"/>
                  </a:lnTo>
                  <a:lnTo>
                    <a:pt x="562762" y="524421"/>
                  </a:lnTo>
                  <a:lnTo>
                    <a:pt x="564438" y="508495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8455" y="3709294"/>
              <a:ext cx="249097" cy="104883"/>
            </a:xfrm>
            <a:prstGeom prst="rect">
              <a:avLst/>
            </a:prstGeom>
          </p:spPr>
        </p:pic>
      </p:grpSp>
      <p:sp>
        <p:nvSpPr>
          <p:cNvPr id="17" name="object 17" descr=""/>
          <p:cNvSpPr/>
          <p:nvPr/>
        </p:nvSpPr>
        <p:spPr>
          <a:xfrm>
            <a:off x="3827869" y="2444850"/>
            <a:ext cx="554990" cy="631190"/>
          </a:xfrm>
          <a:custGeom>
            <a:avLst/>
            <a:gdLst/>
            <a:ahLst/>
            <a:cxnLst/>
            <a:rect l="l" t="t" r="r" b="b"/>
            <a:pathLst>
              <a:path w="554989" h="631189">
                <a:moveTo>
                  <a:pt x="145681" y="214007"/>
                </a:moveTo>
                <a:lnTo>
                  <a:pt x="144983" y="213360"/>
                </a:lnTo>
                <a:lnTo>
                  <a:pt x="98158" y="213360"/>
                </a:lnTo>
                <a:lnTo>
                  <a:pt x="97459" y="214007"/>
                </a:lnTo>
                <a:lnTo>
                  <a:pt x="97459" y="331609"/>
                </a:lnTo>
                <a:lnTo>
                  <a:pt x="126746" y="366356"/>
                </a:lnTo>
                <a:lnTo>
                  <a:pt x="145681" y="381292"/>
                </a:lnTo>
                <a:lnTo>
                  <a:pt x="145681" y="214782"/>
                </a:lnTo>
                <a:lnTo>
                  <a:pt x="145681" y="214007"/>
                </a:lnTo>
                <a:close/>
              </a:path>
              <a:path w="554989" h="631189">
                <a:moveTo>
                  <a:pt x="225221" y="261010"/>
                </a:moveTo>
                <a:lnTo>
                  <a:pt x="224536" y="260375"/>
                </a:lnTo>
                <a:lnTo>
                  <a:pt x="177698" y="260375"/>
                </a:lnTo>
                <a:lnTo>
                  <a:pt x="177012" y="261010"/>
                </a:lnTo>
                <a:lnTo>
                  <a:pt x="177012" y="398068"/>
                </a:lnTo>
                <a:lnTo>
                  <a:pt x="188671" y="402310"/>
                </a:lnTo>
                <a:lnTo>
                  <a:pt x="200621" y="405676"/>
                </a:lnTo>
                <a:lnTo>
                  <a:pt x="212813" y="408178"/>
                </a:lnTo>
                <a:lnTo>
                  <a:pt x="225221" y="409765"/>
                </a:lnTo>
                <a:lnTo>
                  <a:pt x="225221" y="261797"/>
                </a:lnTo>
                <a:lnTo>
                  <a:pt x="225221" y="261010"/>
                </a:lnTo>
                <a:close/>
              </a:path>
              <a:path w="554989" h="631189">
                <a:moveTo>
                  <a:pt x="304774" y="185648"/>
                </a:moveTo>
                <a:lnTo>
                  <a:pt x="304063" y="185013"/>
                </a:lnTo>
                <a:lnTo>
                  <a:pt x="257251" y="185013"/>
                </a:lnTo>
                <a:lnTo>
                  <a:pt x="256540" y="185648"/>
                </a:lnTo>
                <a:lnTo>
                  <a:pt x="256540" y="409778"/>
                </a:lnTo>
                <a:lnTo>
                  <a:pt x="294690" y="401764"/>
                </a:lnTo>
                <a:lnTo>
                  <a:pt x="304774" y="397992"/>
                </a:lnTo>
                <a:lnTo>
                  <a:pt x="304774" y="186423"/>
                </a:lnTo>
                <a:lnTo>
                  <a:pt x="304774" y="185648"/>
                </a:lnTo>
                <a:close/>
              </a:path>
              <a:path w="554989" h="631189">
                <a:moveTo>
                  <a:pt x="384124" y="156552"/>
                </a:moveTo>
                <a:lnTo>
                  <a:pt x="383413" y="155917"/>
                </a:lnTo>
                <a:lnTo>
                  <a:pt x="336600" y="155917"/>
                </a:lnTo>
                <a:lnTo>
                  <a:pt x="335876" y="156552"/>
                </a:lnTo>
                <a:lnTo>
                  <a:pt x="335876" y="381152"/>
                </a:lnTo>
                <a:lnTo>
                  <a:pt x="367068" y="353809"/>
                </a:lnTo>
                <a:lnTo>
                  <a:pt x="384124" y="331381"/>
                </a:lnTo>
                <a:lnTo>
                  <a:pt x="384124" y="157340"/>
                </a:lnTo>
                <a:lnTo>
                  <a:pt x="384124" y="156552"/>
                </a:lnTo>
                <a:close/>
              </a:path>
              <a:path w="554989" h="631189">
                <a:moveTo>
                  <a:pt x="554507" y="591921"/>
                </a:moveTo>
                <a:lnTo>
                  <a:pt x="552246" y="584885"/>
                </a:lnTo>
                <a:lnTo>
                  <a:pt x="445998" y="448818"/>
                </a:lnTo>
                <a:lnTo>
                  <a:pt x="427926" y="425678"/>
                </a:lnTo>
                <a:lnTo>
                  <a:pt x="414540" y="408546"/>
                </a:lnTo>
                <a:lnTo>
                  <a:pt x="446176" y="367982"/>
                </a:lnTo>
                <a:lnTo>
                  <a:pt x="468680" y="321195"/>
                </a:lnTo>
                <a:lnTo>
                  <a:pt x="480733" y="269506"/>
                </a:lnTo>
                <a:lnTo>
                  <a:pt x="480999" y="214249"/>
                </a:lnTo>
                <a:lnTo>
                  <a:pt x="471170" y="167665"/>
                </a:lnTo>
                <a:lnTo>
                  <a:pt x="452691" y="124764"/>
                </a:lnTo>
                <a:lnTo>
                  <a:pt x="426554" y="86550"/>
                </a:lnTo>
                <a:lnTo>
                  <a:pt x="425665" y="85674"/>
                </a:lnTo>
                <a:lnTo>
                  <a:pt x="425665" y="220560"/>
                </a:lnTo>
                <a:lnTo>
                  <a:pt x="425221" y="265036"/>
                </a:lnTo>
                <a:lnTo>
                  <a:pt x="412457" y="312483"/>
                </a:lnTo>
                <a:lnTo>
                  <a:pt x="388124" y="354177"/>
                </a:lnTo>
                <a:lnTo>
                  <a:pt x="354152" y="388150"/>
                </a:lnTo>
                <a:lnTo>
                  <a:pt x="312470" y="412483"/>
                </a:lnTo>
                <a:lnTo>
                  <a:pt x="265023" y="425234"/>
                </a:lnTo>
                <a:lnTo>
                  <a:pt x="220548" y="425678"/>
                </a:lnTo>
                <a:lnTo>
                  <a:pt x="179006" y="416229"/>
                </a:lnTo>
                <a:lnTo>
                  <a:pt x="141554" y="398030"/>
                </a:lnTo>
                <a:lnTo>
                  <a:pt x="109359" y="372249"/>
                </a:lnTo>
                <a:lnTo>
                  <a:pt x="83578" y="340055"/>
                </a:lnTo>
                <a:lnTo>
                  <a:pt x="65379" y="302590"/>
                </a:lnTo>
                <a:lnTo>
                  <a:pt x="55918" y="261048"/>
                </a:lnTo>
                <a:lnTo>
                  <a:pt x="56375" y="216573"/>
                </a:lnTo>
                <a:lnTo>
                  <a:pt x="69126" y="169125"/>
                </a:lnTo>
                <a:lnTo>
                  <a:pt x="93459" y="127444"/>
                </a:lnTo>
                <a:lnTo>
                  <a:pt x="127431" y="93472"/>
                </a:lnTo>
                <a:lnTo>
                  <a:pt x="169113" y="69138"/>
                </a:lnTo>
                <a:lnTo>
                  <a:pt x="216547" y="56375"/>
                </a:lnTo>
                <a:lnTo>
                  <a:pt x="261035" y="55930"/>
                </a:lnTo>
                <a:lnTo>
                  <a:pt x="302577" y="65379"/>
                </a:lnTo>
                <a:lnTo>
                  <a:pt x="340029" y="83578"/>
                </a:lnTo>
                <a:lnTo>
                  <a:pt x="372237" y="109359"/>
                </a:lnTo>
                <a:lnTo>
                  <a:pt x="398018" y="141566"/>
                </a:lnTo>
                <a:lnTo>
                  <a:pt x="416217" y="179019"/>
                </a:lnTo>
                <a:lnTo>
                  <a:pt x="425665" y="220560"/>
                </a:lnTo>
                <a:lnTo>
                  <a:pt x="425665" y="85674"/>
                </a:lnTo>
                <a:lnTo>
                  <a:pt x="395719" y="55930"/>
                </a:lnTo>
                <a:lnTo>
                  <a:pt x="393776" y="54000"/>
                </a:lnTo>
                <a:lnTo>
                  <a:pt x="355384" y="28143"/>
                </a:lnTo>
                <a:lnTo>
                  <a:pt x="312356" y="9944"/>
                </a:lnTo>
                <a:lnTo>
                  <a:pt x="265709" y="431"/>
                </a:lnTo>
                <a:lnTo>
                  <a:pt x="220776" y="0"/>
                </a:lnTo>
                <a:lnTo>
                  <a:pt x="178041" y="7442"/>
                </a:lnTo>
                <a:lnTo>
                  <a:pt x="138201" y="22047"/>
                </a:lnTo>
                <a:lnTo>
                  <a:pt x="101993" y="43116"/>
                </a:lnTo>
                <a:lnTo>
                  <a:pt x="70104" y="69926"/>
                </a:lnTo>
                <a:lnTo>
                  <a:pt x="43256" y="101790"/>
                </a:lnTo>
                <a:lnTo>
                  <a:pt x="22148" y="137972"/>
                </a:lnTo>
                <a:lnTo>
                  <a:pt x="7493" y="177774"/>
                </a:lnTo>
                <a:lnTo>
                  <a:pt x="0" y="220497"/>
                </a:lnTo>
                <a:lnTo>
                  <a:pt x="393" y="265417"/>
                </a:lnTo>
                <a:lnTo>
                  <a:pt x="10261" y="313359"/>
                </a:lnTo>
                <a:lnTo>
                  <a:pt x="29273" y="357403"/>
                </a:lnTo>
                <a:lnTo>
                  <a:pt x="56337" y="396481"/>
                </a:lnTo>
                <a:lnTo>
                  <a:pt x="90335" y="429514"/>
                </a:lnTo>
                <a:lnTo>
                  <a:pt x="130175" y="455460"/>
                </a:lnTo>
                <a:lnTo>
                  <a:pt x="174752" y="473240"/>
                </a:lnTo>
                <a:lnTo>
                  <a:pt x="222961" y="481799"/>
                </a:lnTo>
                <a:lnTo>
                  <a:pt x="260921" y="481609"/>
                </a:lnTo>
                <a:lnTo>
                  <a:pt x="297307" y="475767"/>
                </a:lnTo>
                <a:lnTo>
                  <a:pt x="331673" y="464693"/>
                </a:lnTo>
                <a:lnTo>
                  <a:pt x="363601" y="448818"/>
                </a:lnTo>
                <a:lnTo>
                  <a:pt x="496430" y="618921"/>
                </a:lnTo>
                <a:lnTo>
                  <a:pt x="506272" y="627341"/>
                </a:lnTo>
                <a:lnTo>
                  <a:pt x="518172" y="631190"/>
                </a:lnTo>
                <a:lnTo>
                  <a:pt x="530631" y="630262"/>
                </a:lnTo>
                <a:lnTo>
                  <a:pt x="554507" y="598919"/>
                </a:lnTo>
                <a:lnTo>
                  <a:pt x="554507" y="591921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26664" y="3501392"/>
            <a:ext cx="26543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solidFill>
                  <a:srgbClr val="2F2F2F"/>
                </a:solidFill>
                <a:latin typeface="Noto Serif KR"/>
                <a:cs typeface="Noto Serif KR"/>
              </a:rPr>
              <a:t>정보</a:t>
            </a:r>
            <a:r>
              <a:rPr dirty="0" sz="2400" spc="-8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50">
                <a:solidFill>
                  <a:srgbClr val="2F2F2F"/>
                </a:solidFill>
                <a:latin typeface="Noto Serif KR"/>
                <a:cs typeface="Noto Serif KR"/>
              </a:rPr>
              <a:t>탐색</a:t>
            </a:r>
            <a:r>
              <a:rPr dirty="0" sz="2400" spc="-8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50">
                <a:solidFill>
                  <a:srgbClr val="2F2F2F"/>
                </a:solidFill>
                <a:latin typeface="Noto Serif KR"/>
                <a:cs typeface="Noto Serif KR"/>
              </a:rPr>
              <a:t>시간</a:t>
            </a:r>
            <a:r>
              <a:rPr dirty="0" sz="2400" spc="-8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25">
                <a:solidFill>
                  <a:srgbClr val="2F2F2F"/>
                </a:solidFill>
                <a:latin typeface="Noto Serif KR"/>
                <a:cs typeface="Noto Serif KR"/>
              </a:rPr>
              <a:t>단축</a:t>
            </a:r>
            <a:endParaRPr sz="2400">
              <a:latin typeface="Noto Serif KR"/>
              <a:cs typeface="Noto Serif KR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26664" y="4317253"/>
            <a:ext cx="4084320" cy="1855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400"/>
              </a:lnSpc>
              <a:spcBef>
                <a:spcPts val="95"/>
              </a:spcBef>
            </a:pP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여러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공모전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5">
                <a:solidFill>
                  <a:srgbClr val="2F2F2F"/>
                </a:solidFill>
                <a:latin typeface="맑은 고딕"/>
                <a:cs typeface="맑은 고딕"/>
              </a:rPr>
              <a:t>사이트를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직접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40">
                <a:solidFill>
                  <a:srgbClr val="2F2F2F"/>
                </a:solidFill>
                <a:latin typeface="맑은 고딕"/>
                <a:cs typeface="맑은 고딕"/>
              </a:rPr>
              <a:t>방문하지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않아도</a:t>
            </a:r>
            <a:r>
              <a:rPr dirty="0" sz="2050" spc="-18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>
                <a:solidFill>
                  <a:srgbClr val="2F2F2F"/>
                </a:solidFill>
                <a:latin typeface="맑은 고딕"/>
                <a:cs typeface="맑은 고딕"/>
              </a:rPr>
              <a:t>AI가</a:t>
            </a:r>
            <a:r>
              <a:rPr dirty="0" sz="2050" spc="-17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정보를</a:t>
            </a:r>
            <a:r>
              <a:rPr dirty="0" sz="2050" spc="-17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5">
                <a:solidFill>
                  <a:srgbClr val="2F2F2F"/>
                </a:solidFill>
                <a:latin typeface="맑은 고딕"/>
                <a:cs typeface="맑은 고딕"/>
              </a:rPr>
              <a:t>자동으로</a:t>
            </a:r>
            <a:r>
              <a:rPr dirty="0" sz="2050" spc="-18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55">
                <a:solidFill>
                  <a:srgbClr val="2F2F2F"/>
                </a:solidFill>
                <a:latin typeface="맑은 고딕"/>
                <a:cs typeface="맑은 고딕"/>
              </a:rPr>
              <a:t>수집하 </a:t>
            </a:r>
            <a:r>
              <a:rPr dirty="0" sz="2050" spc="-30">
                <a:solidFill>
                  <a:srgbClr val="2F2F2F"/>
                </a:solidFill>
                <a:latin typeface="맑은 고딕"/>
                <a:cs typeface="맑은 고딕"/>
              </a:rPr>
              <a:t>여</a:t>
            </a:r>
            <a:r>
              <a:rPr dirty="0" sz="2050" spc="-23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80">
                <a:solidFill>
                  <a:srgbClr val="2F2F2F"/>
                </a:solidFill>
                <a:latin typeface="맑은 고딕"/>
                <a:cs typeface="맑은 고딕"/>
              </a:rPr>
              <a:t>제공하므로</a:t>
            </a:r>
            <a:r>
              <a:rPr dirty="0" sz="2050" spc="-22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정보</a:t>
            </a:r>
            <a:r>
              <a:rPr dirty="0" sz="2050" spc="-22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탐색</a:t>
            </a:r>
            <a:r>
              <a:rPr dirty="0" sz="2050" spc="-22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>
                <a:solidFill>
                  <a:srgbClr val="2F2F2F"/>
                </a:solidFill>
                <a:latin typeface="맑은 고딕"/>
                <a:cs typeface="맑은 고딕"/>
              </a:rPr>
              <a:t>시간</a:t>
            </a:r>
            <a:r>
              <a:rPr dirty="0" sz="2050" spc="30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25">
                <a:solidFill>
                  <a:srgbClr val="2F2F2F"/>
                </a:solidFill>
                <a:latin typeface="맑은 고딕"/>
                <a:cs typeface="맑은 고딕"/>
              </a:rPr>
              <a:t>단축 가능</a:t>
            </a:r>
            <a:endParaRPr sz="2050">
              <a:latin typeface="맑은 고딕"/>
              <a:cs typeface="맑은 고딕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60227" y="4426822"/>
            <a:ext cx="29502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2F2F2F"/>
                </a:solidFill>
                <a:latin typeface="Noto Serif KR"/>
                <a:cs typeface="Noto Serif KR"/>
              </a:rPr>
              <a:t>마감일</a:t>
            </a:r>
            <a:r>
              <a:rPr dirty="0" sz="2400" spc="-5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50">
                <a:solidFill>
                  <a:srgbClr val="2F2F2F"/>
                </a:solidFill>
                <a:latin typeface="Noto Serif KR"/>
                <a:cs typeface="Noto Serif KR"/>
              </a:rPr>
              <a:t>관리</a:t>
            </a:r>
            <a:r>
              <a:rPr dirty="0" sz="2400" spc="-5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50">
                <a:solidFill>
                  <a:srgbClr val="2F2F2F"/>
                </a:solidFill>
                <a:latin typeface="Noto Serif KR"/>
                <a:cs typeface="Noto Serif KR"/>
              </a:rPr>
              <a:t>효율</a:t>
            </a:r>
            <a:r>
              <a:rPr dirty="0" sz="2400" spc="-5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25">
                <a:solidFill>
                  <a:srgbClr val="2F2F2F"/>
                </a:solidFill>
                <a:latin typeface="Noto Serif KR"/>
                <a:cs typeface="Noto Serif KR"/>
              </a:rPr>
              <a:t>향상</a:t>
            </a:r>
            <a:endParaRPr sz="2400">
              <a:latin typeface="Noto Serif KR"/>
              <a:cs typeface="Noto Serif KR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63138" y="5199357"/>
            <a:ext cx="4142104" cy="940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400"/>
              </a:lnSpc>
              <a:spcBef>
                <a:spcPts val="95"/>
              </a:spcBef>
            </a:pP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공모전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일정이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95">
                <a:solidFill>
                  <a:srgbClr val="2F2F2F"/>
                </a:solidFill>
                <a:latin typeface="맑은 고딕"/>
                <a:cs typeface="맑은 고딕"/>
              </a:rPr>
              <a:t>Google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75">
                <a:solidFill>
                  <a:srgbClr val="2F2F2F"/>
                </a:solidFill>
                <a:latin typeface="맑은 고딕"/>
                <a:cs typeface="맑은 고딕"/>
              </a:rPr>
              <a:t>Calendar에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자동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5">
                <a:solidFill>
                  <a:srgbClr val="2F2F2F"/>
                </a:solidFill>
                <a:latin typeface="맑은 고딕"/>
                <a:cs typeface="맑은 고딕"/>
              </a:rPr>
              <a:t>등록되어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마감일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누락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방지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40">
                <a:solidFill>
                  <a:srgbClr val="2F2F2F"/>
                </a:solidFill>
                <a:latin typeface="맑은 고딕"/>
                <a:cs typeface="맑은 고딕"/>
              </a:rPr>
              <a:t>가능</a:t>
            </a:r>
            <a:endParaRPr sz="2050">
              <a:latin typeface="맑은 고딕"/>
              <a:cs typeface="맑은 고딕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393790" y="5341853"/>
            <a:ext cx="22764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solidFill>
                  <a:srgbClr val="2F2F2F"/>
                </a:solidFill>
                <a:latin typeface="Noto Serif KR"/>
                <a:cs typeface="Noto Serif KR"/>
              </a:rPr>
              <a:t>반복</a:t>
            </a:r>
            <a:r>
              <a:rPr dirty="0" sz="2400" spc="-8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50">
                <a:solidFill>
                  <a:srgbClr val="2F2F2F"/>
                </a:solidFill>
                <a:latin typeface="Noto Serif KR"/>
                <a:cs typeface="Noto Serif KR"/>
              </a:rPr>
              <a:t>작업</a:t>
            </a:r>
            <a:r>
              <a:rPr dirty="0" sz="2400" spc="-8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-25">
                <a:solidFill>
                  <a:srgbClr val="2F2F2F"/>
                </a:solidFill>
                <a:latin typeface="Noto Serif KR"/>
                <a:cs typeface="Noto Serif KR"/>
              </a:rPr>
              <a:t>자동화</a:t>
            </a:r>
            <a:endParaRPr sz="2400">
              <a:latin typeface="Noto Serif KR"/>
              <a:cs typeface="Noto Serif KR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396696" y="6126519"/>
            <a:ext cx="3905250" cy="1398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400"/>
              </a:lnSpc>
              <a:spcBef>
                <a:spcPts val="95"/>
              </a:spcBef>
            </a:pP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공모전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10">
                <a:solidFill>
                  <a:srgbClr val="2F2F2F"/>
                </a:solidFill>
                <a:latin typeface="맑은 고딕"/>
                <a:cs typeface="맑은 고딕"/>
              </a:rPr>
              <a:t>검색,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일정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10">
                <a:solidFill>
                  <a:srgbClr val="2F2F2F"/>
                </a:solidFill>
                <a:latin typeface="맑은 고딕"/>
                <a:cs typeface="맑은 고딕"/>
              </a:rPr>
              <a:t>등록,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정보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25">
                <a:solidFill>
                  <a:srgbClr val="2F2F2F"/>
                </a:solidFill>
                <a:latin typeface="맑은 고딕"/>
                <a:cs typeface="맑은 고딕"/>
              </a:rPr>
              <a:t>정리 </a:t>
            </a:r>
            <a:r>
              <a:rPr dirty="0" sz="2050" spc="-30">
                <a:solidFill>
                  <a:srgbClr val="2F2F2F"/>
                </a:solidFill>
                <a:latin typeface="맑은 고딕"/>
                <a:cs typeface="맑은 고딕"/>
              </a:rPr>
              <a:t>등</a:t>
            </a:r>
            <a:r>
              <a:rPr dirty="0" sz="2050" spc="-19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5">
                <a:solidFill>
                  <a:srgbClr val="2F2F2F"/>
                </a:solidFill>
                <a:latin typeface="맑은 고딕"/>
                <a:cs typeface="맑은 고딕"/>
              </a:rPr>
              <a:t>반복적인</a:t>
            </a:r>
            <a:r>
              <a:rPr dirty="0" sz="2050" spc="-18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작업을</a:t>
            </a:r>
            <a:r>
              <a:rPr dirty="0" sz="2050" spc="-18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>
                <a:solidFill>
                  <a:srgbClr val="2F2F2F"/>
                </a:solidFill>
                <a:latin typeface="맑은 고딕"/>
                <a:cs typeface="맑은 고딕"/>
              </a:rPr>
              <a:t>AI가</a:t>
            </a:r>
            <a:r>
              <a:rPr dirty="0" sz="2050" spc="-18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대신</a:t>
            </a:r>
            <a:r>
              <a:rPr dirty="0" sz="2050" spc="-185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40">
                <a:solidFill>
                  <a:srgbClr val="2F2F2F"/>
                </a:solidFill>
                <a:latin typeface="맑은 고딕"/>
                <a:cs typeface="맑은 고딕"/>
              </a:rPr>
              <a:t>수행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하여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5">
                <a:solidFill>
                  <a:srgbClr val="2F2F2F"/>
                </a:solidFill>
                <a:latin typeface="맑은 고딕"/>
                <a:cs typeface="맑은 고딕"/>
              </a:rPr>
              <a:t>사용자의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편의성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25">
                <a:solidFill>
                  <a:srgbClr val="2F2F2F"/>
                </a:solidFill>
                <a:latin typeface="맑은 고딕"/>
                <a:cs typeface="맑은 고딕"/>
              </a:rPr>
              <a:t>향상</a:t>
            </a:r>
            <a:endParaRPr sz="2050">
              <a:latin typeface="맑은 고딕"/>
              <a:cs typeface="맑은 고딕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927352" y="6267281"/>
            <a:ext cx="22764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solidFill>
                  <a:srgbClr val="2F2F2F"/>
                </a:solidFill>
                <a:latin typeface="Noto Serif KR"/>
                <a:cs typeface="Noto Serif KR"/>
              </a:rPr>
              <a:t>정보</a:t>
            </a:r>
            <a:r>
              <a:rPr dirty="0" sz="2400" spc="-4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>
                <a:solidFill>
                  <a:srgbClr val="2F2F2F"/>
                </a:solidFill>
                <a:latin typeface="Noto Serif KR"/>
                <a:cs typeface="Noto Serif KR"/>
              </a:rPr>
              <a:t>접근성</a:t>
            </a:r>
            <a:r>
              <a:rPr dirty="0" sz="2400" spc="-4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400" spc="25">
                <a:solidFill>
                  <a:srgbClr val="2F2F2F"/>
                </a:solidFill>
                <a:latin typeface="Noto Serif KR"/>
                <a:cs typeface="Noto Serif KR"/>
              </a:rPr>
              <a:t>향상</a:t>
            </a:r>
            <a:endParaRPr sz="2400">
              <a:latin typeface="Noto Serif KR"/>
              <a:cs typeface="Noto Serif KR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932538" y="6972509"/>
            <a:ext cx="4070985" cy="940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400"/>
              </a:lnSpc>
              <a:spcBef>
                <a:spcPts val="95"/>
              </a:spcBef>
            </a:pP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여러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5">
                <a:solidFill>
                  <a:srgbClr val="2F2F2F"/>
                </a:solidFill>
                <a:latin typeface="맑은 고딕"/>
                <a:cs typeface="맑은 고딕"/>
              </a:rPr>
              <a:t>플랫폼에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분산된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공모전</a:t>
            </a:r>
            <a:r>
              <a:rPr dirty="0" sz="2050" spc="-21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정보를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하나의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80">
                <a:solidFill>
                  <a:srgbClr val="2F2F2F"/>
                </a:solidFill>
                <a:latin typeface="맑은 고딕"/>
                <a:cs typeface="맑은 고딕"/>
              </a:rPr>
              <a:t>플랫폼에서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70">
                <a:solidFill>
                  <a:srgbClr val="2F2F2F"/>
                </a:solidFill>
                <a:latin typeface="맑은 고딕"/>
                <a:cs typeface="맑은 고딕"/>
              </a:rPr>
              <a:t>통합적</a:t>
            </a:r>
            <a:r>
              <a:rPr dirty="0" sz="2050" spc="-200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60">
                <a:solidFill>
                  <a:srgbClr val="2F2F2F"/>
                </a:solidFill>
                <a:latin typeface="맑은 고딕"/>
                <a:cs typeface="맑은 고딕"/>
              </a:rPr>
              <a:t>관리</a:t>
            </a:r>
            <a:r>
              <a:rPr dirty="0" sz="2050" spc="-204">
                <a:solidFill>
                  <a:srgbClr val="2F2F2F"/>
                </a:solidFill>
                <a:latin typeface="맑은 고딕"/>
                <a:cs typeface="맑은 고딕"/>
              </a:rPr>
              <a:t> </a:t>
            </a:r>
            <a:r>
              <a:rPr dirty="0" sz="2050" spc="-40">
                <a:solidFill>
                  <a:srgbClr val="2F2F2F"/>
                </a:solidFill>
                <a:latin typeface="맑은 고딕"/>
                <a:cs typeface="맑은 고딕"/>
              </a:rPr>
              <a:t>가능</a:t>
            </a:r>
            <a:endParaRPr sz="205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784864" y="81692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2F2F2F"/>
                </a:solidFill>
                <a:latin typeface="HY목각파임B"/>
                <a:cs typeface="HY목각파임B"/>
              </a:rPr>
              <a:t>LRS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145">
                <a:solidFill>
                  <a:srgbClr val="2F2F2F"/>
                </a:solidFill>
                <a:latin typeface="HY목각파임B"/>
                <a:cs typeface="HY목각파임B"/>
              </a:rPr>
              <a:t>5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85">
                <a:solidFill>
                  <a:srgbClr val="2F2F2F"/>
                </a:solidFill>
                <a:latin typeface="HY목각파임B"/>
                <a:cs typeface="HY목각파임B"/>
              </a:rPr>
              <a:t>TEAM</a:t>
            </a:r>
            <a:r>
              <a:rPr dirty="0" sz="1200" spc="-20">
                <a:solidFill>
                  <a:srgbClr val="2F2F2F"/>
                </a:solidFill>
                <a:latin typeface="HY목각파임B"/>
                <a:cs typeface="HY목각파임B"/>
              </a:rPr>
              <a:t> </a:t>
            </a:r>
            <a:r>
              <a:rPr dirty="0" sz="1200" spc="-90">
                <a:solidFill>
                  <a:srgbClr val="2F2F2F"/>
                </a:solidFill>
                <a:latin typeface="HY목각파임B"/>
                <a:cs typeface="HY목각파임B"/>
              </a:rPr>
              <a:t>LEXUS</a:t>
            </a:r>
            <a:endParaRPr sz="1200">
              <a:latin typeface="HY목각파임B"/>
              <a:cs typeface="HY목각파임B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30245" y="1640464"/>
            <a:ext cx="6027420" cy="32384"/>
          </a:xfrm>
          <a:custGeom>
            <a:avLst/>
            <a:gdLst/>
            <a:ahLst/>
            <a:cxnLst/>
            <a:rect l="l" t="t" r="r" b="b"/>
            <a:pathLst>
              <a:path w="6027420" h="32385">
                <a:moveTo>
                  <a:pt x="0" y="32182"/>
                </a:moveTo>
                <a:lnTo>
                  <a:pt x="6027244" y="0"/>
                </a:lnTo>
              </a:path>
            </a:pathLst>
          </a:custGeom>
          <a:ln w="66674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4514" algn="l"/>
              </a:tabLst>
            </a:pPr>
            <a:r>
              <a:rPr dirty="0" spc="675"/>
              <a:t>07</a:t>
            </a:r>
            <a:r>
              <a:rPr dirty="0"/>
              <a:t>	</a:t>
            </a:r>
            <a:r>
              <a:rPr dirty="0" spc="180"/>
              <a:t>향후</a:t>
            </a:r>
            <a:r>
              <a:rPr dirty="0" spc="-285"/>
              <a:t> </a:t>
            </a:r>
            <a:r>
              <a:rPr dirty="0" spc="155"/>
              <a:t>확장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9341426" y="7752030"/>
            <a:ext cx="5375275" cy="17024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50" spc="100">
                <a:solidFill>
                  <a:srgbClr val="2F2F2F"/>
                </a:solidFill>
                <a:latin typeface="Noto Serif KR"/>
                <a:cs typeface="Noto Serif KR"/>
              </a:rPr>
              <a:t>AI</a:t>
            </a:r>
            <a:r>
              <a:rPr dirty="0" sz="2550" spc="16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45">
                <a:solidFill>
                  <a:srgbClr val="2F2F2F"/>
                </a:solidFill>
                <a:latin typeface="Noto Serif KR"/>
                <a:cs typeface="Noto Serif KR"/>
              </a:rPr>
              <a:t>분석</a:t>
            </a:r>
            <a:r>
              <a:rPr dirty="0" sz="2550" spc="17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45">
                <a:solidFill>
                  <a:srgbClr val="2F2F2F"/>
                </a:solidFill>
                <a:latin typeface="Noto Serif KR"/>
                <a:cs typeface="Noto Serif KR"/>
              </a:rPr>
              <a:t>기능</a:t>
            </a:r>
            <a:r>
              <a:rPr dirty="0" sz="2550" spc="17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14">
                <a:solidFill>
                  <a:srgbClr val="2F2F2F"/>
                </a:solidFill>
                <a:latin typeface="Noto Serif KR"/>
                <a:cs typeface="Noto Serif KR"/>
              </a:rPr>
              <a:t>고도화</a:t>
            </a:r>
            <a:endParaRPr sz="2550">
              <a:latin typeface="Noto Serif KR"/>
              <a:cs typeface="Noto Serif KR"/>
            </a:endParaRPr>
          </a:p>
          <a:p>
            <a:pPr marL="12700" marR="5080">
              <a:lnSpc>
                <a:spcPct val="140000"/>
              </a:lnSpc>
              <a:spcBef>
                <a:spcPts val="1715"/>
              </a:spcBef>
            </a:pP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AI가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35">
                <a:solidFill>
                  <a:srgbClr val="2F2F2F"/>
                </a:solidFill>
                <a:latin typeface="나눔고딕"/>
                <a:cs typeface="나눔고딕"/>
              </a:rPr>
              <a:t>모집요강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pdf를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분석해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개인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5">
                <a:solidFill>
                  <a:srgbClr val="2F2F2F"/>
                </a:solidFill>
                <a:latin typeface="나눔고딕"/>
                <a:cs typeface="나눔고딕"/>
              </a:rPr>
              <a:t>맞춤형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준비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단계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일정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생성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5">
                <a:solidFill>
                  <a:srgbClr val="2F2F2F"/>
                </a:solidFill>
                <a:latin typeface="나눔고딕"/>
                <a:cs typeface="나눔고딕"/>
              </a:rPr>
              <a:t>가능</a:t>
            </a:r>
            <a:endParaRPr sz="2500">
              <a:latin typeface="나눔고딕"/>
              <a:cs typeface="나눔고딕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2905" y="6698167"/>
            <a:ext cx="714374" cy="714374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9354127" y="7569427"/>
            <a:ext cx="5545455" cy="0"/>
          </a:xfrm>
          <a:custGeom>
            <a:avLst/>
            <a:gdLst/>
            <a:ahLst/>
            <a:cxnLst/>
            <a:rect l="l" t="t" r="r" b="b"/>
            <a:pathLst>
              <a:path w="5545455" h="0">
                <a:moveTo>
                  <a:pt x="0" y="0"/>
                </a:moveTo>
                <a:lnTo>
                  <a:pt x="5545313" y="0"/>
                </a:lnTo>
              </a:path>
            </a:pathLst>
          </a:custGeom>
          <a:ln w="5714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380983" y="7752030"/>
            <a:ext cx="4902200" cy="17024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30"/>
              </a:spcBef>
            </a:pPr>
            <a:r>
              <a:rPr dirty="0" sz="2550" spc="140">
                <a:solidFill>
                  <a:srgbClr val="2F2F2F"/>
                </a:solidFill>
                <a:latin typeface="Noto Serif KR"/>
                <a:cs typeface="Noto Serif KR"/>
              </a:rPr>
              <a:t>다양한</a:t>
            </a:r>
            <a:r>
              <a:rPr dirty="0" sz="2550" spc="18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40">
                <a:solidFill>
                  <a:srgbClr val="2F2F2F"/>
                </a:solidFill>
                <a:latin typeface="Noto Serif KR"/>
                <a:cs typeface="Noto Serif KR"/>
              </a:rPr>
              <a:t>플랫폼</a:t>
            </a:r>
            <a:r>
              <a:rPr dirty="0" sz="2550" spc="18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20">
                <a:solidFill>
                  <a:srgbClr val="2F2F2F"/>
                </a:solidFill>
                <a:latin typeface="Noto Serif KR"/>
                <a:cs typeface="Noto Serif KR"/>
              </a:rPr>
              <a:t>연동</a:t>
            </a:r>
            <a:endParaRPr sz="2550">
              <a:latin typeface="Noto Serif KR"/>
              <a:cs typeface="Noto Serif KR"/>
            </a:endParaRPr>
          </a:p>
          <a:p>
            <a:pPr marL="12700" marR="5080">
              <a:lnSpc>
                <a:spcPct val="140000"/>
              </a:lnSpc>
              <a:spcBef>
                <a:spcPts val="1715"/>
              </a:spcBef>
            </a:pP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Slack,</a:t>
            </a:r>
            <a:r>
              <a:rPr dirty="0" sz="2500" spc="-5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Discord,</a:t>
            </a:r>
            <a:r>
              <a:rPr dirty="0" sz="2500" spc="-5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학교</a:t>
            </a:r>
            <a:r>
              <a:rPr dirty="0" sz="2500" spc="-5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LMS</a:t>
            </a:r>
            <a:r>
              <a:rPr dirty="0" sz="2500" spc="-5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등</a:t>
            </a:r>
            <a:r>
              <a:rPr dirty="0" sz="2500" spc="-5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5">
                <a:solidFill>
                  <a:srgbClr val="2F2F2F"/>
                </a:solidFill>
                <a:latin typeface="나눔고딕"/>
                <a:cs typeface="나눔고딕"/>
              </a:rPr>
              <a:t>다양한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플랫폼</a:t>
            </a:r>
            <a:r>
              <a:rPr dirty="0" sz="2500" spc="-13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연동</a:t>
            </a:r>
            <a:r>
              <a:rPr dirty="0" sz="2500" spc="-13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35">
                <a:solidFill>
                  <a:srgbClr val="2F2F2F"/>
                </a:solidFill>
                <a:latin typeface="나눔고딕"/>
                <a:cs typeface="나눔고딕"/>
              </a:rPr>
              <a:t>가능</a:t>
            </a:r>
            <a:endParaRPr sz="2500">
              <a:latin typeface="나눔고딕"/>
              <a:cs typeface="나눔고딕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7586" y="6698167"/>
            <a:ext cx="714374" cy="714374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3398808" y="7569427"/>
            <a:ext cx="5545455" cy="0"/>
          </a:xfrm>
          <a:custGeom>
            <a:avLst/>
            <a:gdLst/>
            <a:ahLst/>
            <a:cxnLst/>
            <a:rect l="l" t="t" r="r" b="b"/>
            <a:pathLst>
              <a:path w="5545455" h="0">
                <a:moveTo>
                  <a:pt x="0" y="0"/>
                </a:moveTo>
                <a:lnTo>
                  <a:pt x="5545313" y="0"/>
                </a:lnTo>
              </a:path>
            </a:pathLst>
          </a:custGeom>
          <a:ln w="5714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313960" y="3703234"/>
            <a:ext cx="5521325" cy="22358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50" spc="145">
                <a:solidFill>
                  <a:srgbClr val="2F2F2F"/>
                </a:solidFill>
                <a:latin typeface="Noto Serif KR"/>
                <a:cs typeface="Noto Serif KR"/>
              </a:rPr>
              <a:t>알림</a:t>
            </a:r>
            <a:r>
              <a:rPr dirty="0" sz="2550" spc="17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45">
                <a:solidFill>
                  <a:srgbClr val="2F2F2F"/>
                </a:solidFill>
                <a:latin typeface="Noto Serif KR"/>
                <a:cs typeface="Noto Serif KR"/>
              </a:rPr>
              <a:t>기능</a:t>
            </a:r>
            <a:r>
              <a:rPr dirty="0" sz="2550" spc="17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20">
                <a:solidFill>
                  <a:srgbClr val="2F2F2F"/>
                </a:solidFill>
                <a:latin typeface="Noto Serif KR"/>
                <a:cs typeface="Noto Serif KR"/>
              </a:rPr>
              <a:t>강화</a:t>
            </a:r>
            <a:endParaRPr sz="2550">
              <a:latin typeface="Noto Serif KR"/>
              <a:cs typeface="Noto Serif KR"/>
            </a:endParaRPr>
          </a:p>
          <a:p>
            <a:pPr marL="26034" marR="5080">
              <a:lnSpc>
                <a:spcPct val="140000"/>
              </a:lnSpc>
              <a:spcBef>
                <a:spcPts val="1715"/>
              </a:spcBef>
            </a:pP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마감일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임박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40">
                <a:solidFill>
                  <a:srgbClr val="2F2F2F"/>
                </a:solidFill>
                <a:latin typeface="나눔고딕"/>
                <a:cs typeface="나눔고딕"/>
              </a:rPr>
              <a:t>알림,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일정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변경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40">
                <a:solidFill>
                  <a:srgbClr val="2F2F2F"/>
                </a:solidFill>
                <a:latin typeface="나눔고딕"/>
                <a:cs typeface="나눔고딕"/>
              </a:rPr>
              <a:t>알림,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신규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50">
                <a:solidFill>
                  <a:srgbClr val="2F2F2F"/>
                </a:solidFill>
                <a:latin typeface="나눔고딕"/>
                <a:cs typeface="나눔고딕"/>
              </a:rPr>
              <a:t>공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모전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알림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등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다양한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알림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서비스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제공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50">
                <a:solidFill>
                  <a:srgbClr val="2F2F2F"/>
                </a:solidFill>
                <a:latin typeface="나눔고딕"/>
                <a:cs typeface="나눔고딕"/>
              </a:rPr>
              <a:t>가 능</a:t>
            </a:r>
            <a:endParaRPr sz="2500">
              <a:latin typeface="나눔고딕"/>
              <a:cs typeface="나눔고딕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35438" y="2649370"/>
            <a:ext cx="714374" cy="714374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12326660" y="3520630"/>
            <a:ext cx="5545455" cy="0"/>
          </a:xfrm>
          <a:custGeom>
            <a:avLst/>
            <a:gdLst/>
            <a:ahLst/>
            <a:cxnLst/>
            <a:rect l="l" t="t" r="r" b="b"/>
            <a:pathLst>
              <a:path w="5545455" h="0">
                <a:moveTo>
                  <a:pt x="0" y="0"/>
                </a:moveTo>
                <a:lnTo>
                  <a:pt x="5545313" y="0"/>
                </a:lnTo>
              </a:path>
            </a:pathLst>
          </a:custGeom>
          <a:ln w="5714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358642" y="3703234"/>
            <a:ext cx="5620385" cy="22358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50" spc="140">
                <a:solidFill>
                  <a:srgbClr val="2F2F2F"/>
                </a:solidFill>
                <a:latin typeface="Noto Serif KR"/>
                <a:cs typeface="Noto Serif KR"/>
              </a:rPr>
              <a:t>맞춤형</a:t>
            </a:r>
            <a:r>
              <a:rPr dirty="0" sz="2550" spc="165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45">
                <a:solidFill>
                  <a:srgbClr val="2F2F2F"/>
                </a:solidFill>
                <a:latin typeface="Noto Serif KR"/>
                <a:cs typeface="Noto Serif KR"/>
              </a:rPr>
              <a:t>추천</a:t>
            </a:r>
            <a:r>
              <a:rPr dirty="0" sz="2550" spc="18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20">
                <a:solidFill>
                  <a:srgbClr val="2F2F2F"/>
                </a:solidFill>
                <a:latin typeface="Noto Serif KR"/>
                <a:cs typeface="Noto Serif KR"/>
              </a:rPr>
              <a:t>기능</a:t>
            </a:r>
            <a:endParaRPr sz="2550">
              <a:latin typeface="Noto Serif KR"/>
              <a:cs typeface="Noto Serif KR"/>
            </a:endParaRPr>
          </a:p>
          <a:p>
            <a:pPr marL="17145" marR="5080">
              <a:lnSpc>
                <a:spcPct val="140000"/>
              </a:lnSpc>
              <a:spcBef>
                <a:spcPts val="1715"/>
              </a:spcBef>
            </a:pPr>
            <a:r>
              <a:rPr dirty="0" sz="2500" spc="-35">
                <a:solidFill>
                  <a:srgbClr val="2F2F2F"/>
                </a:solidFill>
                <a:latin typeface="나눔고딕"/>
                <a:cs typeface="나눔고딕"/>
              </a:rPr>
              <a:t>사용자의</a:t>
            </a:r>
            <a:r>
              <a:rPr dirty="0" sz="2500" spc="-13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40">
                <a:solidFill>
                  <a:srgbClr val="2F2F2F"/>
                </a:solidFill>
                <a:latin typeface="나눔고딕"/>
                <a:cs typeface="나눔고딕"/>
              </a:rPr>
              <a:t>전공,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40">
                <a:solidFill>
                  <a:srgbClr val="2F2F2F"/>
                </a:solidFill>
                <a:latin typeface="나눔고딕"/>
                <a:cs typeface="나눔고딕"/>
              </a:rPr>
              <a:t>학년,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관심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분야를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분석하여 </a:t>
            </a:r>
            <a:r>
              <a:rPr dirty="0" sz="2500" spc="-35">
                <a:solidFill>
                  <a:srgbClr val="2F2F2F"/>
                </a:solidFill>
                <a:latin typeface="나눔고딕"/>
                <a:cs typeface="나눔고딕"/>
              </a:rPr>
              <a:t>개인에게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적합한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공모전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및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35">
                <a:solidFill>
                  <a:srgbClr val="2F2F2F"/>
                </a:solidFill>
                <a:latin typeface="나눔고딕"/>
                <a:cs typeface="나눔고딕"/>
              </a:rPr>
              <a:t>대외활동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5">
                <a:solidFill>
                  <a:srgbClr val="2F2F2F"/>
                </a:solidFill>
                <a:latin typeface="나눔고딕"/>
                <a:cs typeface="나눔고딕"/>
              </a:rPr>
              <a:t>추천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기능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추가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5">
                <a:solidFill>
                  <a:srgbClr val="2F2F2F"/>
                </a:solidFill>
                <a:latin typeface="나눔고딕"/>
                <a:cs typeface="나눔고딕"/>
              </a:rPr>
              <a:t>가능</a:t>
            </a:r>
            <a:endParaRPr sz="2500">
              <a:latin typeface="나눔고딕"/>
              <a:cs typeface="나눔고딕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80120" y="2649370"/>
            <a:ext cx="714374" cy="714374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6371342" y="3520630"/>
            <a:ext cx="5545455" cy="0"/>
          </a:xfrm>
          <a:custGeom>
            <a:avLst/>
            <a:gdLst/>
            <a:ahLst/>
            <a:cxnLst/>
            <a:rect l="l" t="t" r="r" b="b"/>
            <a:pathLst>
              <a:path w="5545455" h="0">
                <a:moveTo>
                  <a:pt x="0" y="0"/>
                </a:moveTo>
                <a:lnTo>
                  <a:pt x="5545313" y="0"/>
                </a:lnTo>
              </a:path>
            </a:pathLst>
          </a:custGeom>
          <a:ln w="5714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03324" y="3703234"/>
            <a:ext cx="5451475" cy="22358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50" spc="145">
                <a:solidFill>
                  <a:srgbClr val="2F2F2F"/>
                </a:solidFill>
                <a:latin typeface="Noto Serif KR"/>
                <a:cs typeface="Noto Serif KR"/>
              </a:rPr>
              <a:t>정보</a:t>
            </a:r>
            <a:r>
              <a:rPr dirty="0" sz="2550" spc="17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45">
                <a:solidFill>
                  <a:srgbClr val="2F2F2F"/>
                </a:solidFill>
                <a:latin typeface="Noto Serif KR"/>
                <a:cs typeface="Noto Serif KR"/>
              </a:rPr>
              <a:t>제공</a:t>
            </a:r>
            <a:r>
              <a:rPr dirty="0" sz="2550" spc="17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45">
                <a:solidFill>
                  <a:srgbClr val="2F2F2F"/>
                </a:solidFill>
                <a:latin typeface="Noto Serif KR"/>
                <a:cs typeface="Noto Serif KR"/>
              </a:rPr>
              <a:t>범위</a:t>
            </a:r>
            <a:r>
              <a:rPr dirty="0" sz="2550" spc="170">
                <a:solidFill>
                  <a:srgbClr val="2F2F2F"/>
                </a:solidFill>
                <a:latin typeface="Noto Serif KR"/>
                <a:cs typeface="Noto Serif KR"/>
              </a:rPr>
              <a:t> </a:t>
            </a:r>
            <a:r>
              <a:rPr dirty="0" sz="2550" spc="120">
                <a:solidFill>
                  <a:srgbClr val="2F2F2F"/>
                </a:solidFill>
                <a:latin typeface="Noto Serif KR"/>
                <a:cs typeface="Noto Serif KR"/>
              </a:rPr>
              <a:t>확대</a:t>
            </a:r>
            <a:endParaRPr sz="2550">
              <a:latin typeface="Noto Serif KR"/>
              <a:cs typeface="Noto Serif KR"/>
            </a:endParaRPr>
          </a:p>
          <a:p>
            <a:pPr marL="12700" marR="5080">
              <a:lnSpc>
                <a:spcPct val="140000"/>
              </a:lnSpc>
              <a:spcBef>
                <a:spcPts val="1715"/>
              </a:spcBef>
            </a:pPr>
            <a:r>
              <a:rPr dirty="0" sz="2500" spc="-45">
                <a:solidFill>
                  <a:srgbClr val="2F2F2F"/>
                </a:solidFill>
                <a:latin typeface="나눔고딕"/>
                <a:cs typeface="나눔고딕"/>
              </a:rPr>
              <a:t>공모전뿐만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아니라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55">
                <a:solidFill>
                  <a:srgbClr val="2F2F2F"/>
                </a:solidFill>
                <a:latin typeface="나눔고딕"/>
                <a:cs typeface="나눔고딕"/>
              </a:rPr>
              <a:t>인턴십,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채용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5">
                <a:solidFill>
                  <a:srgbClr val="2F2F2F"/>
                </a:solidFill>
                <a:latin typeface="나눔고딕"/>
                <a:cs typeface="나눔고딕"/>
              </a:rPr>
              <a:t>공고,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장학금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등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다양한</a:t>
            </a:r>
            <a:r>
              <a:rPr dirty="0" sz="2500" spc="-12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정보를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동시에</a:t>
            </a:r>
            <a:r>
              <a:rPr dirty="0" sz="2500" spc="-12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0">
                <a:solidFill>
                  <a:srgbClr val="2F2F2F"/>
                </a:solidFill>
                <a:latin typeface="나눔고딕"/>
                <a:cs typeface="나눔고딕"/>
              </a:rPr>
              <a:t>관리하는 </a:t>
            </a:r>
            <a:r>
              <a:rPr dirty="0" sz="2500" spc="-35">
                <a:solidFill>
                  <a:srgbClr val="2F2F2F"/>
                </a:solidFill>
                <a:latin typeface="나눔고딕"/>
                <a:cs typeface="나눔고딕"/>
              </a:rPr>
              <a:t>서비스로</a:t>
            </a:r>
            <a:r>
              <a:rPr dirty="0" sz="2500" spc="-13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>
                <a:solidFill>
                  <a:srgbClr val="2F2F2F"/>
                </a:solidFill>
                <a:latin typeface="나눔고딕"/>
                <a:cs typeface="나눔고딕"/>
              </a:rPr>
              <a:t>확장</a:t>
            </a:r>
            <a:r>
              <a:rPr dirty="0" sz="2500" spc="-13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500" spc="-25">
                <a:solidFill>
                  <a:srgbClr val="2F2F2F"/>
                </a:solidFill>
                <a:latin typeface="나눔고딕"/>
                <a:cs typeface="나눔고딕"/>
              </a:rPr>
              <a:t>가능</a:t>
            </a:r>
            <a:endParaRPr sz="2500">
              <a:latin typeface="나눔고딕"/>
              <a:cs typeface="나눔고딕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4802" y="2649370"/>
            <a:ext cx="714374" cy="714374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416024" y="3520630"/>
            <a:ext cx="5545455" cy="0"/>
          </a:xfrm>
          <a:custGeom>
            <a:avLst/>
            <a:gdLst/>
            <a:ahLst/>
            <a:cxnLst/>
            <a:rect l="l" t="t" r="r" b="b"/>
            <a:pathLst>
              <a:path w="5545455" h="0">
                <a:moveTo>
                  <a:pt x="0" y="0"/>
                </a:moveTo>
                <a:lnTo>
                  <a:pt x="5545313" y="0"/>
                </a:lnTo>
              </a:path>
            </a:pathLst>
          </a:custGeom>
          <a:ln w="57149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68405" y="5959125"/>
            <a:ext cx="6552565" cy="931544"/>
          </a:xfrm>
          <a:custGeom>
            <a:avLst/>
            <a:gdLst/>
            <a:ahLst/>
            <a:cxnLst/>
            <a:rect l="l" t="t" r="r" b="b"/>
            <a:pathLst>
              <a:path w="6552565" h="931545">
                <a:moveTo>
                  <a:pt x="6552457" y="14425"/>
                </a:moveTo>
                <a:lnTo>
                  <a:pt x="6551359" y="512908"/>
                </a:lnTo>
                <a:lnTo>
                  <a:pt x="3546171" y="506291"/>
                </a:lnTo>
                <a:lnTo>
                  <a:pt x="3274920" y="931135"/>
                </a:lnTo>
                <a:lnTo>
                  <a:pt x="3004117" y="505097"/>
                </a:lnTo>
                <a:lnTo>
                  <a:pt x="0" y="498482"/>
                </a:lnTo>
                <a:lnTo>
                  <a:pt x="1097" y="0"/>
                </a:lnTo>
                <a:lnTo>
                  <a:pt x="108081" y="235"/>
                </a:lnTo>
                <a:lnTo>
                  <a:pt x="107219" y="391733"/>
                </a:lnTo>
                <a:lnTo>
                  <a:pt x="3062838" y="398242"/>
                </a:lnTo>
                <a:lnTo>
                  <a:pt x="3275002" y="732145"/>
                </a:lnTo>
                <a:lnTo>
                  <a:pt x="3487565" y="399177"/>
                </a:lnTo>
                <a:lnTo>
                  <a:pt x="6444610" y="405688"/>
                </a:lnTo>
                <a:lnTo>
                  <a:pt x="6445473" y="14190"/>
                </a:lnTo>
                <a:lnTo>
                  <a:pt x="6552457" y="14425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647110" y="4057243"/>
            <a:ext cx="500380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50">
                <a:solidFill>
                  <a:srgbClr val="2F2F2F"/>
                </a:solidFill>
                <a:latin typeface="Noto Serif KR"/>
                <a:cs typeface="Noto Serif KR"/>
              </a:rPr>
              <a:t>감사합니다</a:t>
            </a:r>
            <a:endParaRPr sz="8000">
              <a:latin typeface="Noto Serif KR"/>
              <a:cs typeface="Noto Serif K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82171" y="2797873"/>
            <a:ext cx="51333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14">
                <a:latin typeface="넥슨Lv1고딕 Low OTF"/>
                <a:cs typeface="넥슨Lv1고딕 Low OTF"/>
              </a:rPr>
              <a:t>AI가</a:t>
            </a:r>
            <a:r>
              <a:rPr dirty="0" sz="3200" spc="-120">
                <a:latin typeface="넥슨Lv1고딕 Low OTF"/>
                <a:cs typeface="넥슨Lv1고딕 Low OTF"/>
              </a:rPr>
              <a:t> </a:t>
            </a:r>
            <a:r>
              <a:rPr dirty="0" sz="3200" spc="-160">
                <a:latin typeface="넥슨Lv1고딕 Low OTF"/>
                <a:cs typeface="넥슨Lv1고딕 Low OTF"/>
              </a:rPr>
              <a:t>대학생활을</a:t>
            </a:r>
            <a:r>
              <a:rPr dirty="0" sz="3200" spc="-120">
                <a:latin typeface="넥슨Lv1고딕 Low OTF"/>
                <a:cs typeface="넥슨Lv1고딕 Low OTF"/>
              </a:rPr>
              <a:t> </a:t>
            </a:r>
            <a:r>
              <a:rPr dirty="0" sz="3200" spc="-160">
                <a:latin typeface="넥슨Lv1고딕 Low OTF"/>
                <a:cs typeface="넥슨Lv1고딕 Low OTF"/>
              </a:rPr>
              <a:t>더</a:t>
            </a:r>
            <a:r>
              <a:rPr dirty="0" sz="3200" spc="-120">
                <a:latin typeface="넥슨Lv1고딕 Low OTF"/>
                <a:cs typeface="넥슨Lv1고딕 Low OTF"/>
              </a:rPr>
              <a:t> </a:t>
            </a:r>
            <a:r>
              <a:rPr dirty="0" sz="3200" spc="-114">
                <a:latin typeface="넥슨Lv1고딕 Low OTF"/>
                <a:cs typeface="넥슨Lv1고딕 Low OTF"/>
              </a:rPr>
              <a:t>스마트하게</a:t>
            </a:r>
            <a:endParaRPr sz="3200">
              <a:latin typeface="넥슨Lv1고딕 Low OTF"/>
              <a:cs typeface="넥슨Lv1고딕 Low OT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05286" y="7480362"/>
            <a:ext cx="111633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2F2F2F"/>
                </a:solidFill>
                <a:latin typeface="나눔고딕"/>
                <a:cs typeface="나눔고딕"/>
              </a:rPr>
              <a:t>공모전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>
                <a:solidFill>
                  <a:srgbClr val="2F2F2F"/>
                </a:solidFill>
                <a:latin typeface="나눔고딕"/>
                <a:cs typeface="나눔고딕"/>
              </a:rPr>
              <a:t>정보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-30">
                <a:solidFill>
                  <a:srgbClr val="2F2F2F"/>
                </a:solidFill>
                <a:latin typeface="나눔고딕"/>
                <a:cs typeface="나눔고딕"/>
              </a:rPr>
              <a:t>수집부터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>
                <a:solidFill>
                  <a:srgbClr val="2F2F2F"/>
                </a:solidFill>
                <a:latin typeface="나눔고딕"/>
                <a:cs typeface="나눔고딕"/>
              </a:rPr>
              <a:t>일정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-35">
                <a:solidFill>
                  <a:srgbClr val="2F2F2F"/>
                </a:solidFill>
                <a:latin typeface="나눔고딕"/>
                <a:cs typeface="나눔고딕"/>
              </a:rPr>
              <a:t>관리,</a:t>
            </a:r>
            <a:r>
              <a:rPr dirty="0" sz="2000" spc="-8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>
                <a:solidFill>
                  <a:srgbClr val="2F2F2F"/>
                </a:solidFill>
                <a:latin typeface="나눔고딕"/>
                <a:cs typeface="나눔고딕"/>
              </a:rPr>
              <a:t>맞춤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-30">
                <a:solidFill>
                  <a:srgbClr val="2F2F2F"/>
                </a:solidFill>
                <a:latin typeface="나눔고딕"/>
                <a:cs typeface="나눔고딕"/>
              </a:rPr>
              <a:t>추천까지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100">
                <a:solidFill>
                  <a:srgbClr val="2F2F2F"/>
                </a:solidFill>
                <a:latin typeface="나눔고딕"/>
                <a:cs typeface="나눔고딕"/>
              </a:rPr>
              <a:t>—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>
                <a:solidFill>
                  <a:srgbClr val="2F2F2F"/>
                </a:solidFill>
                <a:latin typeface="나눔고딕"/>
                <a:cs typeface="나눔고딕"/>
              </a:rPr>
              <a:t>AI</a:t>
            </a:r>
            <a:r>
              <a:rPr dirty="0" sz="2000" spc="-80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-20">
                <a:solidFill>
                  <a:srgbClr val="2F2F2F"/>
                </a:solidFill>
                <a:latin typeface="나눔고딕"/>
                <a:cs typeface="나눔고딕"/>
              </a:rPr>
              <a:t>비서가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-30">
                <a:solidFill>
                  <a:srgbClr val="2F2F2F"/>
                </a:solidFill>
                <a:latin typeface="나눔고딕"/>
                <a:cs typeface="나눔고딕"/>
              </a:rPr>
              <a:t>여러분의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-45">
                <a:solidFill>
                  <a:srgbClr val="2F2F2F"/>
                </a:solidFill>
                <a:latin typeface="나눔고딕"/>
                <a:cs typeface="나눔고딕"/>
              </a:rPr>
              <a:t>학교생활을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-45">
                <a:solidFill>
                  <a:srgbClr val="2F2F2F"/>
                </a:solidFill>
                <a:latin typeface="나눔고딕"/>
                <a:cs typeface="나눔고딕"/>
              </a:rPr>
              <a:t>체계적으로</a:t>
            </a:r>
            <a:r>
              <a:rPr dirty="0" sz="2000" spc="-85">
                <a:solidFill>
                  <a:srgbClr val="2F2F2F"/>
                </a:solidFill>
                <a:latin typeface="나눔고딕"/>
                <a:cs typeface="나눔고딕"/>
              </a:rPr>
              <a:t> </a:t>
            </a:r>
            <a:r>
              <a:rPr dirty="0" sz="2000" spc="-10">
                <a:solidFill>
                  <a:srgbClr val="2F2F2F"/>
                </a:solidFill>
                <a:latin typeface="나눔고딕"/>
                <a:cs typeface="나눔고딕"/>
              </a:rPr>
              <a:t>지원합니다.</a:t>
            </a:r>
            <a:endParaRPr sz="2000">
              <a:latin typeface="나눔고딕"/>
              <a:cs typeface="나눔고딕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065244" y="8819934"/>
            <a:ext cx="215773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75">
                <a:solidFill>
                  <a:srgbClr val="2F2F2F"/>
                </a:solidFill>
                <a:latin typeface="넥슨Lv1고딕 Low OTF"/>
                <a:cs typeface="넥슨Lv1고딕 Low OTF"/>
              </a:rPr>
              <a:t>LRS</a:t>
            </a:r>
            <a:r>
              <a:rPr dirty="0" sz="1700" spc="-50">
                <a:solidFill>
                  <a:srgbClr val="2F2F2F"/>
                </a:solidFill>
                <a:latin typeface="넥슨Lv1고딕 Low OTF"/>
                <a:cs typeface="넥슨Lv1고딕 Low OTF"/>
              </a:rPr>
              <a:t> </a:t>
            </a:r>
            <a:r>
              <a:rPr dirty="0" sz="1700" spc="-110">
                <a:solidFill>
                  <a:srgbClr val="2F2F2F"/>
                </a:solidFill>
                <a:latin typeface="넥슨Lv1고딕 Low OTF"/>
                <a:cs typeface="넥슨Lv1고딕 Low OTF"/>
              </a:rPr>
              <a:t>5</a:t>
            </a:r>
            <a:r>
              <a:rPr dirty="0" sz="1700" spc="-50">
                <a:solidFill>
                  <a:srgbClr val="2F2F2F"/>
                </a:solidFill>
                <a:latin typeface="넥슨Lv1고딕 Low OTF"/>
                <a:cs typeface="넥슨Lv1고딕 Low OTF"/>
              </a:rPr>
              <a:t> </a:t>
            </a:r>
            <a:r>
              <a:rPr dirty="0" sz="1700" spc="-135">
                <a:solidFill>
                  <a:srgbClr val="2F2F2F"/>
                </a:solidFill>
                <a:latin typeface="넥슨Lv1고딕 Low OTF"/>
                <a:cs typeface="넥슨Lv1고딕 Low OTF"/>
              </a:rPr>
              <a:t>TEAM</a:t>
            </a:r>
            <a:r>
              <a:rPr dirty="0" sz="1700" spc="-55">
                <a:solidFill>
                  <a:srgbClr val="2F2F2F"/>
                </a:solidFill>
                <a:latin typeface="넥슨Lv1고딕 Low OTF"/>
                <a:cs typeface="넥슨Lv1고딕 Low OTF"/>
              </a:rPr>
              <a:t> </a:t>
            </a:r>
            <a:r>
              <a:rPr dirty="0" sz="1700" spc="-90">
                <a:solidFill>
                  <a:srgbClr val="2F2F2F"/>
                </a:solidFill>
                <a:latin typeface="넥슨Lv1고딕 Low OTF"/>
                <a:cs typeface="넥슨Lv1고딕 Low OTF"/>
              </a:rPr>
              <a:t>ㅣ</a:t>
            </a:r>
            <a:r>
              <a:rPr dirty="0" sz="1700" spc="-50">
                <a:solidFill>
                  <a:srgbClr val="2F2F2F"/>
                </a:solidFill>
                <a:latin typeface="넥슨Lv1고딕 Low OTF"/>
                <a:cs typeface="넥슨Lv1고딕 Low OTF"/>
              </a:rPr>
              <a:t> </a:t>
            </a:r>
            <a:r>
              <a:rPr dirty="0" sz="1700" spc="-90">
                <a:solidFill>
                  <a:srgbClr val="2F2F2F"/>
                </a:solidFill>
                <a:latin typeface="넥슨Lv1고딕 Low OTF"/>
                <a:cs typeface="넥슨Lv1고딕 Low OTF"/>
              </a:rPr>
              <a:t>LEXUS</a:t>
            </a:r>
            <a:endParaRPr sz="1700">
              <a:latin typeface="넥슨Lv1고딕 Low OTF"/>
              <a:cs typeface="넥슨Lv1고딕 Low OT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u-78863555</dc:creator>
  <cp:keywords>DAHOOi_Waag,BAHOOI0nAQA,0</cp:keywords>
  <dc:title>흑백 단순한 성과 보고서 프레젠테이션</dc:title>
  <dcterms:created xsi:type="dcterms:W3CDTF">2026-07-09T10:27:56Z</dcterms:created>
  <dcterms:modified xsi:type="dcterms:W3CDTF">2026-07-09T10:27:56Z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2026-07-09T00:00:00Z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